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21"/>
  </p:notesMasterIdLst>
  <p:sldIdLst>
    <p:sldId id="256" r:id="rId2"/>
    <p:sldId id="341" r:id="rId3"/>
    <p:sldId id="271" r:id="rId4"/>
    <p:sldId id="260" r:id="rId5"/>
    <p:sldId id="265" r:id="rId6"/>
    <p:sldId id="343" r:id="rId7"/>
    <p:sldId id="344" r:id="rId8"/>
    <p:sldId id="283" r:id="rId9"/>
    <p:sldId id="353" r:id="rId10"/>
    <p:sldId id="347" r:id="rId11"/>
    <p:sldId id="348" r:id="rId12"/>
    <p:sldId id="349" r:id="rId13"/>
    <p:sldId id="350" r:id="rId14"/>
    <p:sldId id="351" r:id="rId15"/>
    <p:sldId id="352" r:id="rId16"/>
    <p:sldId id="346" r:id="rId17"/>
    <p:sldId id="354" r:id="rId18"/>
    <p:sldId id="309" r:id="rId19"/>
    <p:sldId id="345"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C33B9E-3BC6-4BF9-8E68-33A57EAFB321}">
  <a:tblStyle styleId="{F6C33B9E-3BC6-4BF9-8E68-33A57EAFB32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103" d="100"/>
          <a:sy n="103" d="100"/>
        </p:scale>
        <p:origin x="83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dc6316f5a0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dc6316f5a0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d960996673_0_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d960996673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d960996673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d960996673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dc6316f5a0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dc6316f5a0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8"/>
        <p:cNvGrpSpPr/>
        <p:nvPr/>
      </p:nvGrpSpPr>
      <p:grpSpPr>
        <a:xfrm>
          <a:off x="0" y="0"/>
          <a:ext cx="0" cy="0"/>
          <a:chOff x="0" y="0"/>
          <a:chExt cx="0" cy="0"/>
        </a:xfrm>
      </p:grpSpPr>
      <p:sp>
        <p:nvSpPr>
          <p:cNvPr id="2339" name="Google Shape;2339;gdcc031ca31_0_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0" name="Google Shape;2340;gdcc031ca31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14300" y="951300"/>
            <a:ext cx="4328700" cy="2397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9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14300" y="3623525"/>
            <a:ext cx="2680800" cy="726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5059982"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5"/>
          <p:cNvSpPr txBox="1">
            <a:spLocks noGrp="1"/>
          </p:cNvSpPr>
          <p:nvPr>
            <p:ph type="subTitle" idx="1"/>
          </p:nvPr>
        </p:nvSpPr>
        <p:spPr>
          <a:xfrm>
            <a:off x="1518675"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6" name="Google Shape;36;p5"/>
          <p:cNvSpPr txBox="1">
            <a:spLocks noGrp="1"/>
          </p:cNvSpPr>
          <p:nvPr>
            <p:ph type="subTitle" idx="2"/>
          </p:nvPr>
        </p:nvSpPr>
        <p:spPr>
          <a:xfrm>
            <a:off x="5059976"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7" name="Google Shape;37;p5"/>
          <p:cNvSpPr txBox="1">
            <a:spLocks noGrp="1"/>
          </p:cNvSpPr>
          <p:nvPr>
            <p:ph type="title" idx="3"/>
          </p:nvPr>
        </p:nvSpPr>
        <p:spPr>
          <a:xfrm>
            <a:off x="1518675"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4189800" y="1398513"/>
            <a:ext cx="4239900" cy="8487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sz="3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3" name="Google Shape;53;p9"/>
          <p:cNvSpPr txBox="1">
            <a:spLocks noGrp="1"/>
          </p:cNvSpPr>
          <p:nvPr>
            <p:ph type="subTitle" idx="1"/>
          </p:nvPr>
        </p:nvSpPr>
        <p:spPr>
          <a:xfrm>
            <a:off x="5016225" y="2368275"/>
            <a:ext cx="3422400" cy="1491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grpSp>
        <p:nvGrpSpPr>
          <p:cNvPr id="54" name="Google Shape;54;p9"/>
          <p:cNvGrpSpPr/>
          <p:nvPr/>
        </p:nvGrpSpPr>
        <p:grpSpPr>
          <a:xfrm>
            <a:off x="-25" y="0"/>
            <a:ext cx="9144020" cy="342900"/>
            <a:chOff x="-25" y="0"/>
            <a:chExt cx="9144020" cy="342900"/>
          </a:xfrm>
        </p:grpSpPr>
        <p:sp>
          <p:nvSpPr>
            <p:cNvPr id="55" name="Google Shape;55;p9"/>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9"/>
            <p:cNvGrpSpPr/>
            <p:nvPr/>
          </p:nvGrpSpPr>
          <p:grpSpPr>
            <a:xfrm>
              <a:off x="215975" y="111150"/>
              <a:ext cx="642950" cy="120600"/>
              <a:chOff x="215975" y="152625"/>
              <a:chExt cx="642950" cy="120600"/>
            </a:xfrm>
          </p:grpSpPr>
          <p:sp>
            <p:nvSpPr>
              <p:cNvPr id="57" name="Google Shape;57;p9"/>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 name="Google Shape;60;p9"/>
          <p:cNvGrpSpPr/>
          <p:nvPr/>
        </p:nvGrpSpPr>
        <p:grpSpPr>
          <a:xfrm>
            <a:off x="66650" y="204750"/>
            <a:ext cx="9077378" cy="4938900"/>
            <a:chOff x="104750" y="204750"/>
            <a:chExt cx="9077378" cy="4938900"/>
          </a:xfrm>
        </p:grpSpPr>
        <p:grpSp>
          <p:nvGrpSpPr>
            <p:cNvPr id="61" name="Google Shape;61;p9"/>
            <p:cNvGrpSpPr/>
            <p:nvPr/>
          </p:nvGrpSpPr>
          <p:grpSpPr>
            <a:xfrm>
              <a:off x="104750" y="206700"/>
              <a:ext cx="9077378" cy="342900"/>
              <a:chOff x="-25" y="0"/>
              <a:chExt cx="9182983" cy="342900"/>
            </a:xfrm>
          </p:grpSpPr>
          <p:sp>
            <p:nvSpPr>
              <p:cNvPr id="62" name="Google Shape;62;p9"/>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215975" y="111150"/>
                <a:ext cx="642950" cy="120600"/>
                <a:chOff x="215975" y="152625"/>
                <a:chExt cx="642950" cy="120600"/>
              </a:xfrm>
            </p:grpSpPr>
            <p:sp>
              <p:nvSpPr>
                <p:cNvPr id="64" name="Google Shape;64;p9"/>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7" name="Google Shape;67;p9"/>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4139225" y="3145613"/>
            <a:ext cx="4290900" cy="11733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sz="3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714300" y="549600"/>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7" name="Google Shape;127;p17"/>
          <p:cNvSpPr txBox="1">
            <a:spLocks noGrp="1"/>
          </p:cNvSpPr>
          <p:nvPr>
            <p:ph type="title" idx="2"/>
          </p:nvPr>
        </p:nvSpPr>
        <p:spPr>
          <a:xfrm>
            <a:off x="1764375" y="15368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28" name="Google Shape;128;p17"/>
          <p:cNvSpPr txBox="1">
            <a:spLocks noGrp="1"/>
          </p:cNvSpPr>
          <p:nvPr>
            <p:ph type="subTitle" idx="1"/>
          </p:nvPr>
        </p:nvSpPr>
        <p:spPr>
          <a:xfrm>
            <a:off x="1764375" y="1933575"/>
            <a:ext cx="2276700" cy="7620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29" name="Google Shape;129;p17"/>
          <p:cNvSpPr txBox="1">
            <a:spLocks noGrp="1"/>
          </p:cNvSpPr>
          <p:nvPr>
            <p:ph type="title" idx="3"/>
          </p:nvPr>
        </p:nvSpPr>
        <p:spPr>
          <a:xfrm>
            <a:off x="1764375" y="30989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0" name="Google Shape;130;p17"/>
          <p:cNvSpPr txBox="1">
            <a:spLocks noGrp="1"/>
          </p:cNvSpPr>
          <p:nvPr>
            <p:ph type="subTitle" idx="4"/>
          </p:nvPr>
        </p:nvSpPr>
        <p:spPr>
          <a:xfrm>
            <a:off x="1764375" y="3495675"/>
            <a:ext cx="2276700" cy="6951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31" name="Google Shape;131;p17"/>
          <p:cNvSpPr txBox="1">
            <a:spLocks noGrp="1"/>
          </p:cNvSpPr>
          <p:nvPr>
            <p:ph type="title" idx="5"/>
          </p:nvPr>
        </p:nvSpPr>
        <p:spPr>
          <a:xfrm>
            <a:off x="5874375" y="15368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2" name="Google Shape;132;p17"/>
          <p:cNvSpPr txBox="1">
            <a:spLocks noGrp="1"/>
          </p:cNvSpPr>
          <p:nvPr>
            <p:ph type="subTitle" idx="6"/>
          </p:nvPr>
        </p:nvSpPr>
        <p:spPr>
          <a:xfrm>
            <a:off x="5874375" y="1933575"/>
            <a:ext cx="2276700" cy="7620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33" name="Google Shape;133;p17"/>
          <p:cNvSpPr txBox="1">
            <a:spLocks noGrp="1"/>
          </p:cNvSpPr>
          <p:nvPr>
            <p:ph type="title" idx="7"/>
          </p:nvPr>
        </p:nvSpPr>
        <p:spPr>
          <a:xfrm>
            <a:off x="5874375" y="30989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4" name="Google Shape;134;p17"/>
          <p:cNvSpPr txBox="1">
            <a:spLocks noGrp="1"/>
          </p:cNvSpPr>
          <p:nvPr>
            <p:ph type="subTitle" idx="8"/>
          </p:nvPr>
        </p:nvSpPr>
        <p:spPr>
          <a:xfrm>
            <a:off x="5874375" y="3495675"/>
            <a:ext cx="2276700" cy="6951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grpSp>
        <p:nvGrpSpPr>
          <p:cNvPr id="135" name="Google Shape;135;p17"/>
          <p:cNvGrpSpPr/>
          <p:nvPr/>
        </p:nvGrpSpPr>
        <p:grpSpPr>
          <a:xfrm>
            <a:off x="-25" y="0"/>
            <a:ext cx="9144020" cy="342900"/>
            <a:chOff x="-25" y="0"/>
            <a:chExt cx="9144020" cy="342900"/>
          </a:xfrm>
        </p:grpSpPr>
        <p:sp>
          <p:nvSpPr>
            <p:cNvPr id="136" name="Google Shape;136;p17"/>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17"/>
            <p:cNvGrpSpPr/>
            <p:nvPr/>
          </p:nvGrpSpPr>
          <p:grpSpPr>
            <a:xfrm>
              <a:off x="215975" y="111150"/>
              <a:ext cx="642950" cy="120600"/>
              <a:chOff x="215975" y="152625"/>
              <a:chExt cx="642950" cy="120600"/>
            </a:xfrm>
          </p:grpSpPr>
          <p:sp>
            <p:nvSpPr>
              <p:cNvPr id="138" name="Google Shape;138;p17"/>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179"/>
        <p:cNvGrpSpPr/>
        <p:nvPr/>
      </p:nvGrpSpPr>
      <p:grpSpPr>
        <a:xfrm>
          <a:off x="0" y="0"/>
          <a:ext cx="0" cy="0"/>
          <a:chOff x="0" y="0"/>
          <a:chExt cx="0" cy="0"/>
        </a:xfrm>
      </p:grpSpPr>
      <p:sp>
        <p:nvSpPr>
          <p:cNvPr id="180" name="Google Shape;180;p20"/>
          <p:cNvSpPr txBox="1">
            <a:spLocks noGrp="1"/>
          </p:cNvSpPr>
          <p:nvPr>
            <p:ph type="title"/>
          </p:nvPr>
        </p:nvSpPr>
        <p:spPr>
          <a:xfrm>
            <a:off x="5059982" y="1531700"/>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81" name="Google Shape;181;p20"/>
          <p:cNvSpPr txBox="1">
            <a:spLocks noGrp="1"/>
          </p:cNvSpPr>
          <p:nvPr>
            <p:ph type="subTitle" idx="1"/>
          </p:nvPr>
        </p:nvSpPr>
        <p:spPr>
          <a:xfrm>
            <a:off x="1520525" y="3734850"/>
            <a:ext cx="2563500" cy="59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182" name="Google Shape;182;p20"/>
          <p:cNvSpPr txBox="1">
            <a:spLocks noGrp="1"/>
          </p:cNvSpPr>
          <p:nvPr>
            <p:ph type="subTitle" idx="2"/>
          </p:nvPr>
        </p:nvSpPr>
        <p:spPr>
          <a:xfrm>
            <a:off x="5059975" y="3734850"/>
            <a:ext cx="2563500" cy="59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183" name="Google Shape;183;p20"/>
          <p:cNvSpPr txBox="1">
            <a:spLocks noGrp="1"/>
          </p:cNvSpPr>
          <p:nvPr>
            <p:ph type="title" idx="3"/>
          </p:nvPr>
        </p:nvSpPr>
        <p:spPr>
          <a:xfrm>
            <a:off x="1520525" y="1531700"/>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84" name="Google Shape;184;p20"/>
          <p:cNvSpPr txBox="1">
            <a:spLocks noGrp="1"/>
          </p:cNvSpPr>
          <p:nvPr>
            <p:ph type="title" idx="4"/>
          </p:nvPr>
        </p:nvSpPr>
        <p:spPr>
          <a:xfrm>
            <a:off x="714300" y="549600"/>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85" name="Google Shape;185;p20"/>
          <p:cNvGrpSpPr/>
          <p:nvPr/>
        </p:nvGrpSpPr>
        <p:grpSpPr>
          <a:xfrm>
            <a:off x="-25" y="0"/>
            <a:ext cx="9144020" cy="342900"/>
            <a:chOff x="-25" y="0"/>
            <a:chExt cx="9144020" cy="342900"/>
          </a:xfrm>
        </p:grpSpPr>
        <p:sp>
          <p:nvSpPr>
            <p:cNvPr id="186" name="Google Shape;186;p20"/>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20"/>
            <p:cNvGrpSpPr/>
            <p:nvPr/>
          </p:nvGrpSpPr>
          <p:grpSpPr>
            <a:xfrm>
              <a:off x="215975" y="111150"/>
              <a:ext cx="642950" cy="120600"/>
              <a:chOff x="215975" y="152625"/>
              <a:chExt cx="642950" cy="120600"/>
            </a:xfrm>
          </p:grpSpPr>
          <p:sp>
            <p:nvSpPr>
              <p:cNvPr id="188" name="Google Shape;188;p2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1" name="Google Shape;191;p20"/>
          <p:cNvGrpSpPr/>
          <p:nvPr/>
        </p:nvGrpSpPr>
        <p:grpSpPr>
          <a:xfrm>
            <a:off x="66650" y="204750"/>
            <a:ext cx="9077378" cy="4938900"/>
            <a:chOff x="104750" y="204750"/>
            <a:chExt cx="9077378" cy="4938900"/>
          </a:xfrm>
        </p:grpSpPr>
        <p:grpSp>
          <p:nvGrpSpPr>
            <p:cNvPr id="192" name="Google Shape;192;p20"/>
            <p:cNvGrpSpPr/>
            <p:nvPr/>
          </p:nvGrpSpPr>
          <p:grpSpPr>
            <a:xfrm>
              <a:off x="104750" y="206700"/>
              <a:ext cx="9077378" cy="342900"/>
              <a:chOff x="-25" y="0"/>
              <a:chExt cx="9182983" cy="342900"/>
            </a:xfrm>
          </p:grpSpPr>
          <p:sp>
            <p:nvSpPr>
              <p:cNvPr id="193" name="Google Shape;193;p20"/>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20"/>
              <p:cNvGrpSpPr/>
              <p:nvPr/>
            </p:nvGrpSpPr>
            <p:grpSpPr>
              <a:xfrm>
                <a:off x="215975" y="111150"/>
                <a:ext cx="642950" cy="120600"/>
                <a:chOff x="215975" y="152625"/>
                <a:chExt cx="642950" cy="120600"/>
              </a:xfrm>
            </p:grpSpPr>
            <p:sp>
              <p:nvSpPr>
                <p:cNvPr id="195" name="Google Shape;195;p20"/>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0"/>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0"/>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98" name="Google Shape;198;p20"/>
            <p:cNvCxnSpPr/>
            <p:nvPr/>
          </p:nvCxnSpPr>
          <p:spPr>
            <a:xfrm>
              <a:off x="104775" y="204750"/>
              <a:ext cx="0" cy="4938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2">
  <p:cSld name="CUSTOM_3_1_1_1">
    <p:spTree>
      <p:nvGrpSpPr>
        <p:cNvPr id="1" name="Shape 239"/>
        <p:cNvGrpSpPr/>
        <p:nvPr/>
      </p:nvGrpSpPr>
      <p:grpSpPr>
        <a:xfrm>
          <a:off x="0" y="0"/>
          <a:ext cx="0" cy="0"/>
          <a:chOff x="0" y="0"/>
          <a:chExt cx="0" cy="0"/>
        </a:xfrm>
      </p:grpSpPr>
      <p:sp>
        <p:nvSpPr>
          <p:cNvPr id="240" name="Google Shape;240;p26"/>
          <p:cNvSpPr txBox="1">
            <a:spLocks noGrp="1"/>
          </p:cNvSpPr>
          <p:nvPr>
            <p:ph type="title"/>
          </p:nvPr>
        </p:nvSpPr>
        <p:spPr>
          <a:xfrm>
            <a:off x="714300" y="2054525"/>
            <a:ext cx="3422400" cy="8487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41" name="Google Shape;241;p26"/>
          <p:cNvSpPr txBox="1">
            <a:spLocks noGrp="1"/>
          </p:cNvSpPr>
          <p:nvPr>
            <p:ph type="subTitle" idx="1"/>
          </p:nvPr>
        </p:nvSpPr>
        <p:spPr>
          <a:xfrm>
            <a:off x="723225" y="3024275"/>
            <a:ext cx="2896200" cy="103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grpSp>
        <p:nvGrpSpPr>
          <p:cNvPr id="242" name="Google Shape;242;p26"/>
          <p:cNvGrpSpPr/>
          <p:nvPr/>
        </p:nvGrpSpPr>
        <p:grpSpPr>
          <a:xfrm>
            <a:off x="-25" y="0"/>
            <a:ext cx="9144020" cy="342900"/>
            <a:chOff x="-25" y="0"/>
            <a:chExt cx="9144020" cy="342900"/>
          </a:xfrm>
        </p:grpSpPr>
        <p:sp>
          <p:nvSpPr>
            <p:cNvPr id="243" name="Google Shape;243;p26"/>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26"/>
            <p:cNvGrpSpPr/>
            <p:nvPr/>
          </p:nvGrpSpPr>
          <p:grpSpPr>
            <a:xfrm>
              <a:off x="215975" y="111150"/>
              <a:ext cx="642950" cy="120600"/>
              <a:chOff x="215975" y="152625"/>
              <a:chExt cx="642950" cy="120600"/>
            </a:xfrm>
          </p:grpSpPr>
          <p:sp>
            <p:nvSpPr>
              <p:cNvPr id="245" name="Google Shape;245;p26"/>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8" name="Google Shape;248;p26"/>
          <p:cNvGrpSpPr/>
          <p:nvPr/>
        </p:nvGrpSpPr>
        <p:grpSpPr>
          <a:xfrm>
            <a:off x="66650" y="204750"/>
            <a:ext cx="9077378" cy="4938900"/>
            <a:chOff x="104750" y="204750"/>
            <a:chExt cx="9077378" cy="4938900"/>
          </a:xfrm>
        </p:grpSpPr>
        <p:grpSp>
          <p:nvGrpSpPr>
            <p:cNvPr id="249" name="Google Shape;249;p26"/>
            <p:cNvGrpSpPr/>
            <p:nvPr/>
          </p:nvGrpSpPr>
          <p:grpSpPr>
            <a:xfrm>
              <a:off x="104750" y="206700"/>
              <a:ext cx="9077378" cy="342900"/>
              <a:chOff x="-25" y="0"/>
              <a:chExt cx="9182983" cy="342900"/>
            </a:xfrm>
          </p:grpSpPr>
          <p:sp>
            <p:nvSpPr>
              <p:cNvPr id="250" name="Google Shape;250;p26"/>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26"/>
              <p:cNvGrpSpPr/>
              <p:nvPr/>
            </p:nvGrpSpPr>
            <p:grpSpPr>
              <a:xfrm>
                <a:off x="215975" y="111150"/>
                <a:ext cx="642950" cy="120600"/>
                <a:chOff x="215975" y="152625"/>
                <a:chExt cx="642950" cy="120600"/>
              </a:xfrm>
            </p:grpSpPr>
            <p:sp>
              <p:nvSpPr>
                <p:cNvPr id="252" name="Google Shape;252;p26"/>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55" name="Google Shape;255;p26"/>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6_1">
    <p:spTree>
      <p:nvGrpSpPr>
        <p:cNvPr id="1" name="Shape 288"/>
        <p:cNvGrpSpPr/>
        <p:nvPr/>
      </p:nvGrpSpPr>
      <p:grpSpPr>
        <a:xfrm>
          <a:off x="0" y="0"/>
          <a:ext cx="0" cy="0"/>
          <a:chOff x="0" y="0"/>
          <a:chExt cx="0" cy="0"/>
        </a:xfrm>
      </p:grpSpPr>
      <p:grpSp>
        <p:nvGrpSpPr>
          <p:cNvPr id="289" name="Google Shape;289;p30"/>
          <p:cNvGrpSpPr/>
          <p:nvPr/>
        </p:nvGrpSpPr>
        <p:grpSpPr>
          <a:xfrm>
            <a:off x="-25" y="0"/>
            <a:ext cx="9144020" cy="342900"/>
            <a:chOff x="-25" y="0"/>
            <a:chExt cx="9144020" cy="342900"/>
          </a:xfrm>
        </p:grpSpPr>
        <p:sp>
          <p:nvSpPr>
            <p:cNvPr id="290" name="Google Shape;290;p30"/>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30"/>
            <p:cNvGrpSpPr/>
            <p:nvPr/>
          </p:nvGrpSpPr>
          <p:grpSpPr>
            <a:xfrm>
              <a:off x="215975" y="111150"/>
              <a:ext cx="642950" cy="120600"/>
              <a:chOff x="215975" y="152625"/>
              <a:chExt cx="642950" cy="120600"/>
            </a:xfrm>
          </p:grpSpPr>
          <p:sp>
            <p:nvSpPr>
              <p:cNvPr id="292" name="Google Shape;292;p30"/>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30"/>
          <p:cNvGrpSpPr/>
          <p:nvPr/>
        </p:nvGrpSpPr>
        <p:grpSpPr>
          <a:xfrm>
            <a:off x="66650" y="204750"/>
            <a:ext cx="9077378" cy="4938900"/>
            <a:chOff x="104750" y="204750"/>
            <a:chExt cx="9077378" cy="4938900"/>
          </a:xfrm>
        </p:grpSpPr>
        <p:grpSp>
          <p:nvGrpSpPr>
            <p:cNvPr id="296" name="Google Shape;296;p30"/>
            <p:cNvGrpSpPr/>
            <p:nvPr/>
          </p:nvGrpSpPr>
          <p:grpSpPr>
            <a:xfrm>
              <a:off x="104750" y="206700"/>
              <a:ext cx="9077378" cy="342900"/>
              <a:chOff x="-25" y="0"/>
              <a:chExt cx="9182983" cy="342900"/>
            </a:xfrm>
          </p:grpSpPr>
          <p:sp>
            <p:nvSpPr>
              <p:cNvPr id="297" name="Google Shape;297;p30"/>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30"/>
              <p:cNvGrpSpPr/>
              <p:nvPr/>
            </p:nvGrpSpPr>
            <p:grpSpPr>
              <a:xfrm>
                <a:off x="215975" y="111150"/>
                <a:ext cx="642950" cy="120600"/>
                <a:chOff x="215975" y="152625"/>
                <a:chExt cx="642950" cy="120600"/>
              </a:xfrm>
            </p:grpSpPr>
            <p:sp>
              <p:nvSpPr>
                <p:cNvPr id="299" name="Google Shape;299;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02" name="Google Shape;302;p30"/>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grpSp>
        <p:nvGrpSpPr>
          <p:cNvPr id="303" name="Google Shape;303;p30"/>
          <p:cNvGrpSpPr/>
          <p:nvPr/>
        </p:nvGrpSpPr>
        <p:grpSpPr>
          <a:xfrm>
            <a:off x="157050" y="405675"/>
            <a:ext cx="8986935" cy="4747800"/>
            <a:chOff x="104746" y="204750"/>
            <a:chExt cx="8986935" cy="4747800"/>
          </a:xfrm>
        </p:grpSpPr>
        <p:grpSp>
          <p:nvGrpSpPr>
            <p:cNvPr id="304" name="Google Shape;304;p30"/>
            <p:cNvGrpSpPr/>
            <p:nvPr/>
          </p:nvGrpSpPr>
          <p:grpSpPr>
            <a:xfrm>
              <a:off x="104746" y="206700"/>
              <a:ext cx="8986935" cy="342900"/>
              <a:chOff x="-29" y="0"/>
              <a:chExt cx="9091487" cy="342900"/>
            </a:xfrm>
          </p:grpSpPr>
          <p:sp>
            <p:nvSpPr>
              <p:cNvPr id="305" name="Google Shape;305;p30"/>
              <p:cNvSpPr/>
              <p:nvPr/>
            </p:nvSpPr>
            <p:spPr>
              <a:xfrm>
                <a:off x="-29" y="0"/>
                <a:ext cx="9091487"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0"/>
              <p:cNvGrpSpPr/>
              <p:nvPr/>
            </p:nvGrpSpPr>
            <p:grpSpPr>
              <a:xfrm>
                <a:off x="215975" y="111150"/>
                <a:ext cx="642950" cy="120600"/>
                <a:chOff x="215975" y="152625"/>
                <a:chExt cx="642950" cy="120600"/>
              </a:xfrm>
            </p:grpSpPr>
            <p:sp>
              <p:nvSpPr>
                <p:cNvPr id="307" name="Google Shape;307;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10" name="Google Shape;310;p30"/>
            <p:cNvCxnSpPr/>
            <p:nvPr/>
          </p:nvCxnSpPr>
          <p:spPr>
            <a:xfrm>
              <a:off x="104775" y="204750"/>
              <a:ext cx="0" cy="47478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Alata"/>
              <a:buNone/>
              <a:defRPr sz="2800">
                <a:solidFill>
                  <a:schemeClr val="dk1"/>
                </a:solidFill>
                <a:latin typeface="Alata"/>
                <a:ea typeface="Alata"/>
                <a:cs typeface="Alata"/>
                <a:sym typeface="Alata"/>
              </a:defRPr>
            </a:lvl1pPr>
            <a:lvl2pPr lvl="1">
              <a:lnSpc>
                <a:spcPct val="100000"/>
              </a:lnSpc>
              <a:spcBef>
                <a:spcPts val="0"/>
              </a:spcBef>
              <a:spcAft>
                <a:spcPts val="0"/>
              </a:spcAft>
              <a:buClr>
                <a:schemeClr val="dk1"/>
              </a:buClr>
              <a:buSzPts val="2800"/>
              <a:buNone/>
              <a:defRPr sz="2800">
                <a:solidFill>
                  <a:schemeClr val="dk1"/>
                </a:solidFill>
              </a:defRPr>
            </a:lvl2pPr>
            <a:lvl3pPr lvl="2">
              <a:lnSpc>
                <a:spcPct val="100000"/>
              </a:lnSpc>
              <a:spcBef>
                <a:spcPts val="0"/>
              </a:spcBef>
              <a:spcAft>
                <a:spcPts val="0"/>
              </a:spcAft>
              <a:buClr>
                <a:schemeClr val="dk1"/>
              </a:buClr>
              <a:buSzPts val="2800"/>
              <a:buNone/>
              <a:defRPr sz="2800">
                <a:solidFill>
                  <a:schemeClr val="dk1"/>
                </a:solidFill>
              </a:defRPr>
            </a:lvl3pPr>
            <a:lvl4pPr lvl="3">
              <a:lnSpc>
                <a:spcPct val="100000"/>
              </a:lnSpc>
              <a:spcBef>
                <a:spcPts val="0"/>
              </a:spcBef>
              <a:spcAft>
                <a:spcPts val="0"/>
              </a:spcAft>
              <a:buClr>
                <a:schemeClr val="dk1"/>
              </a:buClr>
              <a:buSzPts val="2800"/>
              <a:buNone/>
              <a:defRPr sz="2800">
                <a:solidFill>
                  <a:schemeClr val="dk1"/>
                </a:solidFill>
              </a:defRPr>
            </a:lvl4pPr>
            <a:lvl5pPr lvl="4">
              <a:lnSpc>
                <a:spcPct val="100000"/>
              </a:lnSpc>
              <a:spcBef>
                <a:spcPts val="0"/>
              </a:spcBef>
              <a:spcAft>
                <a:spcPts val="0"/>
              </a:spcAft>
              <a:buClr>
                <a:schemeClr val="dk1"/>
              </a:buClr>
              <a:buSzPts val="2800"/>
              <a:buNone/>
              <a:defRPr sz="2800">
                <a:solidFill>
                  <a:schemeClr val="dk1"/>
                </a:solidFill>
              </a:defRPr>
            </a:lvl5pPr>
            <a:lvl6pPr lvl="5">
              <a:lnSpc>
                <a:spcPct val="100000"/>
              </a:lnSpc>
              <a:spcBef>
                <a:spcPts val="0"/>
              </a:spcBef>
              <a:spcAft>
                <a:spcPts val="0"/>
              </a:spcAft>
              <a:buClr>
                <a:schemeClr val="dk1"/>
              </a:buClr>
              <a:buSzPts val="2800"/>
              <a:buNone/>
              <a:defRPr sz="2800">
                <a:solidFill>
                  <a:schemeClr val="dk1"/>
                </a:solidFill>
              </a:defRPr>
            </a:lvl6pPr>
            <a:lvl7pPr lvl="6">
              <a:lnSpc>
                <a:spcPct val="100000"/>
              </a:lnSpc>
              <a:spcBef>
                <a:spcPts val="0"/>
              </a:spcBef>
              <a:spcAft>
                <a:spcPts val="0"/>
              </a:spcAft>
              <a:buClr>
                <a:schemeClr val="dk1"/>
              </a:buClr>
              <a:buSzPts val="2800"/>
              <a:buNone/>
              <a:defRPr sz="2800">
                <a:solidFill>
                  <a:schemeClr val="dk1"/>
                </a:solidFill>
              </a:defRPr>
            </a:lvl7pPr>
            <a:lvl8pPr lvl="7">
              <a:lnSpc>
                <a:spcPct val="100000"/>
              </a:lnSpc>
              <a:spcBef>
                <a:spcPts val="0"/>
              </a:spcBef>
              <a:spcAft>
                <a:spcPts val="0"/>
              </a:spcAft>
              <a:buClr>
                <a:schemeClr val="dk1"/>
              </a:buClr>
              <a:buSzPts val="2800"/>
              <a:buNone/>
              <a:defRPr sz="2800">
                <a:solidFill>
                  <a:schemeClr val="dk1"/>
                </a:solidFill>
              </a:defRPr>
            </a:lvl8pPr>
            <a:lvl9pPr lvl="8">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1pPr>
            <a:lvl2pPr marL="914400" lvl="1"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2pPr>
            <a:lvl3pPr marL="1371600" lvl="2"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3pPr>
            <a:lvl4pPr marL="1828800" lvl="3"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4pPr>
            <a:lvl5pPr marL="2286000" lvl="4"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5pPr>
            <a:lvl6pPr marL="2743200" lvl="5"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6pPr>
            <a:lvl7pPr marL="3200400" lvl="6"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7pPr>
            <a:lvl8pPr marL="3657600" lvl="7"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8pPr>
            <a:lvl9pPr marL="4114800" lvl="8"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6" r:id="rId4"/>
    <p:sldLayoutId id="2147483663" r:id="rId5"/>
    <p:sldLayoutId id="2147483666" r:id="rId6"/>
    <p:sldLayoutId id="2147483672" r:id="rId7"/>
    <p:sldLayoutId id="2147483676" r:id="rId8"/>
  </p:sldLayoutIdLst>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grpSp>
        <p:nvGrpSpPr>
          <p:cNvPr id="325" name="Google Shape;325;p36"/>
          <p:cNvGrpSpPr/>
          <p:nvPr/>
        </p:nvGrpSpPr>
        <p:grpSpPr>
          <a:xfrm>
            <a:off x="4714028" y="873441"/>
            <a:ext cx="4509041" cy="3554532"/>
            <a:chOff x="4398025" y="622868"/>
            <a:chExt cx="4671130" cy="3682308"/>
          </a:xfrm>
        </p:grpSpPr>
        <p:sp>
          <p:nvSpPr>
            <p:cNvPr id="326" name="Google Shape;326;p36"/>
            <p:cNvSpPr/>
            <p:nvPr/>
          </p:nvSpPr>
          <p:spPr>
            <a:xfrm>
              <a:off x="7506382" y="781174"/>
              <a:ext cx="689050" cy="684983"/>
            </a:xfrm>
            <a:custGeom>
              <a:avLst/>
              <a:gdLst/>
              <a:ahLst/>
              <a:cxnLst/>
              <a:rect l="l" t="t" r="r" b="b"/>
              <a:pathLst>
                <a:path w="9148" h="9094" extrusionOk="0">
                  <a:moveTo>
                    <a:pt x="4561" y="2153"/>
                  </a:moveTo>
                  <a:cubicBezTo>
                    <a:pt x="4628" y="2153"/>
                    <a:pt x="4697" y="2157"/>
                    <a:pt x="4770" y="2164"/>
                  </a:cubicBezTo>
                  <a:cubicBezTo>
                    <a:pt x="4799" y="2164"/>
                    <a:pt x="4828" y="2164"/>
                    <a:pt x="4871" y="2179"/>
                  </a:cubicBezTo>
                  <a:lnTo>
                    <a:pt x="4972" y="2193"/>
                  </a:lnTo>
                  <a:cubicBezTo>
                    <a:pt x="5001" y="2193"/>
                    <a:pt x="5030" y="2193"/>
                    <a:pt x="5074" y="2208"/>
                  </a:cubicBezTo>
                  <a:cubicBezTo>
                    <a:pt x="5146" y="2222"/>
                    <a:pt x="5233" y="2251"/>
                    <a:pt x="5320" y="2280"/>
                  </a:cubicBezTo>
                  <a:lnTo>
                    <a:pt x="5393" y="2295"/>
                  </a:lnTo>
                  <a:cubicBezTo>
                    <a:pt x="5494" y="2338"/>
                    <a:pt x="5610" y="2382"/>
                    <a:pt x="5712" y="2440"/>
                  </a:cubicBezTo>
                  <a:cubicBezTo>
                    <a:pt x="5755" y="2469"/>
                    <a:pt x="5784" y="2483"/>
                    <a:pt x="5813" y="2498"/>
                  </a:cubicBezTo>
                  <a:cubicBezTo>
                    <a:pt x="5842" y="2527"/>
                    <a:pt x="5886" y="2541"/>
                    <a:pt x="5915" y="2570"/>
                  </a:cubicBezTo>
                  <a:lnTo>
                    <a:pt x="6002" y="2628"/>
                  </a:lnTo>
                  <a:lnTo>
                    <a:pt x="6016" y="2643"/>
                  </a:lnTo>
                  <a:cubicBezTo>
                    <a:pt x="6045" y="2657"/>
                    <a:pt x="6074" y="2686"/>
                    <a:pt x="6103" y="2715"/>
                  </a:cubicBezTo>
                  <a:cubicBezTo>
                    <a:pt x="6132" y="2730"/>
                    <a:pt x="6161" y="2759"/>
                    <a:pt x="6190" y="2788"/>
                  </a:cubicBezTo>
                  <a:cubicBezTo>
                    <a:pt x="6248" y="2845"/>
                    <a:pt x="6306" y="2903"/>
                    <a:pt x="6364" y="2961"/>
                  </a:cubicBezTo>
                  <a:cubicBezTo>
                    <a:pt x="6379" y="2990"/>
                    <a:pt x="6408" y="3005"/>
                    <a:pt x="6422" y="3034"/>
                  </a:cubicBezTo>
                  <a:cubicBezTo>
                    <a:pt x="6466" y="3077"/>
                    <a:pt x="6495" y="3121"/>
                    <a:pt x="6524" y="3164"/>
                  </a:cubicBezTo>
                  <a:lnTo>
                    <a:pt x="6567" y="3222"/>
                  </a:lnTo>
                  <a:cubicBezTo>
                    <a:pt x="6625" y="3309"/>
                    <a:pt x="6668" y="3382"/>
                    <a:pt x="6712" y="3469"/>
                  </a:cubicBezTo>
                  <a:cubicBezTo>
                    <a:pt x="6726" y="3498"/>
                    <a:pt x="6741" y="3527"/>
                    <a:pt x="6755" y="3556"/>
                  </a:cubicBezTo>
                  <a:lnTo>
                    <a:pt x="6770" y="3570"/>
                  </a:lnTo>
                  <a:cubicBezTo>
                    <a:pt x="6784" y="3614"/>
                    <a:pt x="6799" y="3643"/>
                    <a:pt x="6813" y="3686"/>
                  </a:cubicBezTo>
                  <a:lnTo>
                    <a:pt x="6813" y="3701"/>
                  </a:lnTo>
                  <a:cubicBezTo>
                    <a:pt x="6828" y="3730"/>
                    <a:pt x="6828" y="3759"/>
                    <a:pt x="6842" y="3788"/>
                  </a:cubicBezTo>
                  <a:cubicBezTo>
                    <a:pt x="6857" y="3802"/>
                    <a:pt x="6857" y="3817"/>
                    <a:pt x="6857" y="3846"/>
                  </a:cubicBezTo>
                  <a:cubicBezTo>
                    <a:pt x="6886" y="3918"/>
                    <a:pt x="6900" y="3991"/>
                    <a:pt x="6929" y="4078"/>
                  </a:cubicBezTo>
                  <a:cubicBezTo>
                    <a:pt x="6929" y="4107"/>
                    <a:pt x="6929" y="4121"/>
                    <a:pt x="6944" y="4150"/>
                  </a:cubicBezTo>
                  <a:cubicBezTo>
                    <a:pt x="6944" y="4208"/>
                    <a:pt x="6958" y="4266"/>
                    <a:pt x="6973" y="4324"/>
                  </a:cubicBezTo>
                  <a:cubicBezTo>
                    <a:pt x="6973" y="4382"/>
                    <a:pt x="6973" y="4498"/>
                    <a:pt x="6973" y="4585"/>
                  </a:cubicBezTo>
                  <a:cubicBezTo>
                    <a:pt x="6973" y="4657"/>
                    <a:pt x="6987" y="4701"/>
                    <a:pt x="6987" y="4788"/>
                  </a:cubicBezTo>
                  <a:cubicBezTo>
                    <a:pt x="6987" y="4788"/>
                    <a:pt x="6987" y="4802"/>
                    <a:pt x="6987" y="4802"/>
                  </a:cubicBezTo>
                  <a:lnTo>
                    <a:pt x="6973" y="4933"/>
                  </a:lnTo>
                  <a:cubicBezTo>
                    <a:pt x="6973" y="4976"/>
                    <a:pt x="6958" y="5005"/>
                    <a:pt x="6944" y="5049"/>
                  </a:cubicBezTo>
                  <a:cubicBezTo>
                    <a:pt x="6929" y="5136"/>
                    <a:pt x="6900" y="5208"/>
                    <a:pt x="6871" y="5295"/>
                  </a:cubicBezTo>
                  <a:cubicBezTo>
                    <a:pt x="6857" y="5339"/>
                    <a:pt x="6842" y="5382"/>
                    <a:pt x="6828" y="5426"/>
                  </a:cubicBezTo>
                  <a:cubicBezTo>
                    <a:pt x="6813" y="5484"/>
                    <a:pt x="6799" y="5513"/>
                    <a:pt x="6770" y="5556"/>
                  </a:cubicBezTo>
                  <a:lnTo>
                    <a:pt x="6726" y="5643"/>
                  </a:lnTo>
                  <a:cubicBezTo>
                    <a:pt x="6697" y="5716"/>
                    <a:pt x="6639" y="5788"/>
                    <a:pt x="6596" y="5861"/>
                  </a:cubicBezTo>
                  <a:lnTo>
                    <a:pt x="6553" y="5919"/>
                  </a:lnTo>
                  <a:cubicBezTo>
                    <a:pt x="6553" y="5933"/>
                    <a:pt x="6553" y="5948"/>
                    <a:pt x="6538" y="5948"/>
                  </a:cubicBezTo>
                  <a:lnTo>
                    <a:pt x="6495" y="6020"/>
                  </a:lnTo>
                  <a:lnTo>
                    <a:pt x="6422" y="6093"/>
                  </a:lnTo>
                  <a:cubicBezTo>
                    <a:pt x="6379" y="6151"/>
                    <a:pt x="6335" y="6194"/>
                    <a:pt x="6292" y="6237"/>
                  </a:cubicBezTo>
                  <a:cubicBezTo>
                    <a:pt x="6263" y="6266"/>
                    <a:pt x="6248" y="6281"/>
                    <a:pt x="6219" y="6310"/>
                  </a:cubicBezTo>
                  <a:lnTo>
                    <a:pt x="6161" y="6368"/>
                  </a:lnTo>
                  <a:lnTo>
                    <a:pt x="6060" y="6440"/>
                  </a:lnTo>
                  <a:cubicBezTo>
                    <a:pt x="5973" y="6513"/>
                    <a:pt x="5900" y="6571"/>
                    <a:pt x="5813" y="6614"/>
                  </a:cubicBezTo>
                  <a:lnTo>
                    <a:pt x="5726" y="6672"/>
                  </a:lnTo>
                  <a:lnTo>
                    <a:pt x="5625" y="6716"/>
                  </a:lnTo>
                  <a:lnTo>
                    <a:pt x="5538" y="6759"/>
                  </a:lnTo>
                  <a:lnTo>
                    <a:pt x="5378" y="6817"/>
                  </a:lnTo>
                  <a:cubicBezTo>
                    <a:pt x="5349" y="6832"/>
                    <a:pt x="5306" y="6846"/>
                    <a:pt x="5277" y="6846"/>
                  </a:cubicBezTo>
                  <a:cubicBezTo>
                    <a:pt x="5219" y="6875"/>
                    <a:pt x="5146" y="6890"/>
                    <a:pt x="5088" y="6904"/>
                  </a:cubicBezTo>
                  <a:cubicBezTo>
                    <a:pt x="5045" y="6904"/>
                    <a:pt x="5016" y="6919"/>
                    <a:pt x="4987" y="6919"/>
                  </a:cubicBezTo>
                  <a:cubicBezTo>
                    <a:pt x="4944" y="6933"/>
                    <a:pt x="4915" y="6933"/>
                    <a:pt x="4886" y="6933"/>
                  </a:cubicBezTo>
                  <a:cubicBezTo>
                    <a:pt x="4763" y="6944"/>
                    <a:pt x="4640" y="6954"/>
                    <a:pt x="4517" y="6954"/>
                  </a:cubicBezTo>
                  <a:cubicBezTo>
                    <a:pt x="4466" y="6954"/>
                    <a:pt x="4415" y="6952"/>
                    <a:pt x="4364" y="6948"/>
                  </a:cubicBezTo>
                  <a:cubicBezTo>
                    <a:pt x="4335" y="6948"/>
                    <a:pt x="4306" y="6933"/>
                    <a:pt x="4277" y="6933"/>
                  </a:cubicBezTo>
                  <a:cubicBezTo>
                    <a:pt x="4233" y="6933"/>
                    <a:pt x="4204" y="6933"/>
                    <a:pt x="4175" y="6919"/>
                  </a:cubicBezTo>
                  <a:cubicBezTo>
                    <a:pt x="4132" y="6919"/>
                    <a:pt x="4103" y="6904"/>
                    <a:pt x="4074" y="6904"/>
                  </a:cubicBezTo>
                  <a:cubicBezTo>
                    <a:pt x="3958" y="6875"/>
                    <a:pt x="3842" y="6846"/>
                    <a:pt x="3726" y="6803"/>
                  </a:cubicBezTo>
                  <a:cubicBezTo>
                    <a:pt x="3697" y="6788"/>
                    <a:pt x="3668" y="6788"/>
                    <a:pt x="3624" y="6774"/>
                  </a:cubicBezTo>
                  <a:lnTo>
                    <a:pt x="3523" y="6730"/>
                  </a:lnTo>
                  <a:lnTo>
                    <a:pt x="3508" y="6730"/>
                  </a:lnTo>
                  <a:cubicBezTo>
                    <a:pt x="3479" y="6716"/>
                    <a:pt x="3450" y="6701"/>
                    <a:pt x="3407" y="6687"/>
                  </a:cubicBezTo>
                  <a:cubicBezTo>
                    <a:pt x="3349" y="6643"/>
                    <a:pt x="3277" y="6600"/>
                    <a:pt x="3219" y="6556"/>
                  </a:cubicBezTo>
                  <a:cubicBezTo>
                    <a:pt x="3175" y="6542"/>
                    <a:pt x="3146" y="6527"/>
                    <a:pt x="3117" y="6498"/>
                  </a:cubicBezTo>
                  <a:lnTo>
                    <a:pt x="3045" y="6440"/>
                  </a:lnTo>
                  <a:cubicBezTo>
                    <a:pt x="3001" y="6411"/>
                    <a:pt x="2972" y="6368"/>
                    <a:pt x="2929" y="6339"/>
                  </a:cubicBezTo>
                  <a:cubicBezTo>
                    <a:pt x="2900" y="6310"/>
                    <a:pt x="2871" y="6281"/>
                    <a:pt x="2827" y="6237"/>
                  </a:cubicBezTo>
                  <a:lnTo>
                    <a:pt x="2755" y="6151"/>
                  </a:lnTo>
                  <a:cubicBezTo>
                    <a:pt x="2653" y="6049"/>
                    <a:pt x="2581" y="5933"/>
                    <a:pt x="2494" y="5817"/>
                  </a:cubicBezTo>
                  <a:cubicBezTo>
                    <a:pt x="2479" y="5774"/>
                    <a:pt x="2465" y="5745"/>
                    <a:pt x="2436" y="5716"/>
                  </a:cubicBezTo>
                  <a:cubicBezTo>
                    <a:pt x="2421" y="5672"/>
                    <a:pt x="2392" y="5629"/>
                    <a:pt x="2378" y="5600"/>
                  </a:cubicBezTo>
                  <a:cubicBezTo>
                    <a:pt x="2363" y="5556"/>
                    <a:pt x="2363" y="5556"/>
                    <a:pt x="2349" y="5527"/>
                  </a:cubicBezTo>
                  <a:cubicBezTo>
                    <a:pt x="2349" y="5513"/>
                    <a:pt x="2334" y="5498"/>
                    <a:pt x="2334" y="5484"/>
                  </a:cubicBezTo>
                  <a:cubicBezTo>
                    <a:pt x="2334" y="5469"/>
                    <a:pt x="2320" y="5440"/>
                    <a:pt x="2305" y="5426"/>
                  </a:cubicBezTo>
                  <a:cubicBezTo>
                    <a:pt x="2305" y="5397"/>
                    <a:pt x="2291" y="5368"/>
                    <a:pt x="2276" y="5339"/>
                  </a:cubicBezTo>
                  <a:cubicBezTo>
                    <a:pt x="2276" y="5339"/>
                    <a:pt x="2276" y="5324"/>
                    <a:pt x="2276" y="5310"/>
                  </a:cubicBezTo>
                  <a:cubicBezTo>
                    <a:pt x="2262" y="5281"/>
                    <a:pt x="2247" y="5252"/>
                    <a:pt x="2247" y="5223"/>
                  </a:cubicBezTo>
                  <a:cubicBezTo>
                    <a:pt x="2233" y="5165"/>
                    <a:pt x="2218" y="5121"/>
                    <a:pt x="2204" y="5063"/>
                  </a:cubicBezTo>
                  <a:cubicBezTo>
                    <a:pt x="2204" y="5034"/>
                    <a:pt x="2189" y="5005"/>
                    <a:pt x="2189" y="4976"/>
                  </a:cubicBezTo>
                  <a:cubicBezTo>
                    <a:pt x="2175" y="4918"/>
                    <a:pt x="2160" y="4860"/>
                    <a:pt x="2160" y="4802"/>
                  </a:cubicBezTo>
                  <a:cubicBezTo>
                    <a:pt x="2160" y="4730"/>
                    <a:pt x="2146" y="4643"/>
                    <a:pt x="2146" y="4556"/>
                  </a:cubicBezTo>
                  <a:cubicBezTo>
                    <a:pt x="2146" y="4484"/>
                    <a:pt x="2160" y="4397"/>
                    <a:pt x="2160" y="4310"/>
                  </a:cubicBezTo>
                  <a:cubicBezTo>
                    <a:pt x="2160" y="4310"/>
                    <a:pt x="2160" y="4295"/>
                    <a:pt x="2160" y="4295"/>
                  </a:cubicBezTo>
                  <a:cubicBezTo>
                    <a:pt x="2160" y="4252"/>
                    <a:pt x="2175" y="4208"/>
                    <a:pt x="2175" y="4179"/>
                  </a:cubicBezTo>
                  <a:cubicBezTo>
                    <a:pt x="2189" y="4136"/>
                    <a:pt x="2189" y="4092"/>
                    <a:pt x="2204" y="4049"/>
                  </a:cubicBezTo>
                  <a:cubicBezTo>
                    <a:pt x="2218" y="3962"/>
                    <a:pt x="2247" y="3889"/>
                    <a:pt x="2262" y="3802"/>
                  </a:cubicBezTo>
                  <a:lnTo>
                    <a:pt x="2305" y="3715"/>
                  </a:lnTo>
                  <a:cubicBezTo>
                    <a:pt x="2305" y="3686"/>
                    <a:pt x="2320" y="3657"/>
                    <a:pt x="2334" y="3643"/>
                  </a:cubicBezTo>
                  <a:cubicBezTo>
                    <a:pt x="2334" y="3614"/>
                    <a:pt x="2349" y="3599"/>
                    <a:pt x="2349" y="3585"/>
                  </a:cubicBezTo>
                  <a:cubicBezTo>
                    <a:pt x="2363" y="3570"/>
                    <a:pt x="2378" y="3541"/>
                    <a:pt x="2378" y="3527"/>
                  </a:cubicBezTo>
                  <a:cubicBezTo>
                    <a:pt x="2407" y="3454"/>
                    <a:pt x="2450" y="3396"/>
                    <a:pt x="2479" y="3338"/>
                  </a:cubicBezTo>
                  <a:lnTo>
                    <a:pt x="2537" y="3251"/>
                  </a:lnTo>
                  <a:lnTo>
                    <a:pt x="2581" y="3179"/>
                  </a:lnTo>
                  <a:cubicBezTo>
                    <a:pt x="2610" y="3135"/>
                    <a:pt x="2639" y="3106"/>
                    <a:pt x="2668" y="3077"/>
                  </a:cubicBezTo>
                  <a:cubicBezTo>
                    <a:pt x="2697" y="3034"/>
                    <a:pt x="2711" y="3005"/>
                    <a:pt x="2740" y="2976"/>
                  </a:cubicBezTo>
                  <a:cubicBezTo>
                    <a:pt x="2769" y="2947"/>
                    <a:pt x="2798" y="2918"/>
                    <a:pt x="2827" y="2874"/>
                  </a:cubicBezTo>
                  <a:cubicBezTo>
                    <a:pt x="2987" y="2730"/>
                    <a:pt x="3146" y="2599"/>
                    <a:pt x="3334" y="2483"/>
                  </a:cubicBezTo>
                  <a:lnTo>
                    <a:pt x="3421" y="2440"/>
                  </a:lnTo>
                  <a:lnTo>
                    <a:pt x="3508" y="2396"/>
                  </a:lnTo>
                  <a:lnTo>
                    <a:pt x="3610" y="2353"/>
                  </a:lnTo>
                  <a:cubicBezTo>
                    <a:pt x="3653" y="2324"/>
                    <a:pt x="3711" y="2309"/>
                    <a:pt x="3769" y="2280"/>
                  </a:cubicBezTo>
                  <a:cubicBezTo>
                    <a:pt x="3798" y="2266"/>
                    <a:pt x="3827" y="2266"/>
                    <a:pt x="3856" y="2251"/>
                  </a:cubicBezTo>
                  <a:lnTo>
                    <a:pt x="3958" y="2222"/>
                  </a:lnTo>
                  <a:cubicBezTo>
                    <a:pt x="4016" y="2208"/>
                    <a:pt x="4088" y="2193"/>
                    <a:pt x="4161" y="2193"/>
                  </a:cubicBezTo>
                  <a:lnTo>
                    <a:pt x="4262" y="2179"/>
                  </a:lnTo>
                  <a:lnTo>
                    <a:pt x="4364" y="2164"/>
                  </a:lnTo>
                  <a:cubicBezTo>
                    <a:pt x="4429" y="2157"/>
                    <a:pt x="4494" y="2153"/>
                    <a:pt x="4561" y="2153"/>
                  </a:cubicBezTo>
                  <a:close/>
                  <a:moveTo>
                    <a:pt x="4588" y="1"/>
                  </a:moveTo>
                  <a:cubicBezTo>
                    <a:pt x="4422" y="1"/>
                    <a:pt x="4255" y="12"/>
                    <a:pt x="4088" y="33"/>
                  </a:cubicBezTo>
                  <a:cubicBezTo>
                    <a:pt x="3827" y="62"/>
                    <a:pt x="3624" y="309"/>
                    <a:pt x="3653" y="570"/>
                  </a:cubicBezTo>
                  <a:lnTo>
                    <a:pt x="3653" y="613"/>
                  </a:lnTo>
                  <a:cubicBezTo>
                    <a:pt x="3653" y="642"/>
                    <a:pt x="3653" y="657"/>
                    <a:pt x="3653" y="686"/>
                  </a:cubicBezTo>
                  <a:cubicBezTo>
                    <a:pt x="3653" y="874"/>
                    <a:pt x="3552" y="1048"/>
                    <a:pt x="3378" y="1135"/>
                  </a:cubicBezTo>
                  <a:lnTo>
                    <a:pt x="3334" y="1149"/>
                  </a:lnTo>
                  <a:lnTo>
                    <a:pt x="3190" y="1207"/>
                  </a:lnTo>
                  <a:lnTo>
                    <a:pt x="3059" y="1265"/>
                  </a:lnTo>
                  <a:lnTo>
                    <a:pt x="3030" y="1280"/>
                  </a:lnTo>
                  <a:cubicBezTo>
                    <a:pt x="2964" y="1306"/>
                    <a:pt x="2895" y="1319"/>
                    <a:pt x="2827" y="1319"/>
                  </a:cubicBezTo>
                  <a:cubicBezTo>
                    <a:pt x="2673" y="1319"/>
                    <a:pt x="2526" y="1252"/>
                    <a:pt x="2436" y="1121"/>
                  </a:cubicBezTo>
                  <a:cubicBezTo>
                    <a:pt x="2336" y="985"/>
                    <a:pt x="2185" y="917"/>
                    <a:pt x="2030" y="917"/>
                  </a:cubicBezTo>
                  <a:cubicBezTo>
                    <a:pt x="1937" y="917"/>
                    <a:pt x="1841" y="941"/>
                    <a:pt x="1754" y="990"/>
                  </a:cubicBezTo>
                  <a:lnTo>
                    <a:pt x="1711" y="1019"/>
                  </a:lnTo>
                  <a:cubicBezTo>
                    <a:pt x="1465" y="1222"/>
                    <a:pt x="1233" y="1454"/>
                    <a:pt x="1030" y="1715"/>
                  </a:cubicBezTo>
                  <a:cubicBezTo>
                    <a:pt x="928" y="1845"/>
                    <a:pt x="885" y="2005"/>
                    <a:pt x="943" y="2164"/>
                  </a:cubicBezTo>
                  <a:cubicBezTo>
                    <a:pt x="957" y="2208"/>
                    <a:pt x="972" y="2251"/>
                    <a:pt x="1001" y="2295"/>
                  </a:cubicBezTo>
                  <a:cubicBezTo>
                    <a:pt x="1015" y="2324"/>
                    <a:pt x="1044" y="2367"/>
                    <a:pt x="1073" y="2382"/>
                  </a:cubicBezTo>
                  <a:lnTo>
                    <a:pt x="1117" y="2425"/>
                  </a:lnTo>
                  <a:cubicBezTo>
                    <a:pt x="1305" y="2570"/>
                    <a:pt x="1378" y="2817"/>
                    <a:pt x="1276" y="3034"/>
                  </a:cubicBezTo>
                  <a:cubicBezTo>
                    <a:pt x="1233" y="3135"/>
                    <a:pt x="1189" y="3237"/>
                    <a:pt x="1146" y="3338"/>
                  </a:cubicBezTo>
                  <a:cubicBezTo>
                    <a:pt x="1131" y="3396"/>
                    <a:pt x="1102" y="3454"/>
                    <a:pt x="1059" y="3498"/>
                  </a:cubicBezTo>
                  <a:cubicBezTo>
                    <a:pt x="1030" y="3527"/>
                    <a:pt x="1001" y="3541"/>
                    <a:pt x="972" y="3570"/>
                  </a:cubicBezTo>
                  <a:cubicBezTo>
                    <a:pt x="943" y="3585"/>
                    <a:pt x="899" y="3599"/>
                    <a:pt x="870" y="3614"/>
                  </a:cubicBezTo>
                  <a:cubicBezTo>
                    <a:pt x="841" y="3628"/>
                    <a:pt x="827" y="3643"/>
                    <a:pt x="798" y="3643"/>
                  </a:cubicBezTo>
                  <a:cubicBezTo>
                    <a:pt x="769" y="3650"/>
                    <a:pt x="740" y="3654"/>
                    <a:pt x="711" y="3654"/>
                  </a:cubicBezTo>
                  <a:cubicBezTo>
                    <a:pt x="682" y="3654"/>
                    <a:pt x="653" y="3650"/>
                    <a:pt x="624" y="3643"/>
                  </a:cubicBezTo>
                  <a:lnTo>
                    <a:pt x="450" y="3643"/>
                  </a:lnTo>
                  <a:cubicBezTo>
                    <a:pt x="232" y="3686"/>
                    <a:pt x="73" y="3860"/>
                    <a:pt x="44" y="4078"/>
                  </a:cubicBezTo>
                  <a:cubicBezTo>
                    <a:pt x="0" y="4397"/>
                    <a:pt x="0" y="4730"/>
                    <a:pt x="44" y="5049"/>
                  </a:cubicBezTo>
                  <a:cubicBezTo>
                    <a:pt x="70" y="5305"/>
                    <a:pt x="277" y="5494"/>
                    <a:pt x="525" y="5494"/>
                  </a:cubicBezTo>
                  <a:cubicBezTo>
                    <a:pt x="557" y="5494"/>
                    <a:pt x="590" y="5490"/>
                    <a:pt x="624" y="5484"/>
                  </a:cubicBezTo>
                  <a:lnTo>
                    <a:pt x="696" y="5484"/>
                  </a:lnTo>
                  <a:cubicBezTo>
                    <a:pt x="798" y="5484"/>
                    <a:pt x="885" y="5527"/>
                    <a:pt x="972" y="5571"/>
                  </a:cubicBezTo>
                  <a:cubicBezTo>
                    <a:pt x="1001" y="5585"/>
                    <a:pt x="1015" y="5614"/>
                    <a:pt x="1030" y="5629"/>
                  </a:cubicBezTo>
                  <a:cubicBezTo>
                    <a:pt x="1088" y="5672"/>
                    <a:pt x="1131" y="5730"/>
                    <a:pt x="1160" y="5803"/>
                  </a:cubicBezTo>
                  <a:cubicBezTo>
                    <a:pt x="1189" y="5904"/>
                    <a:pt x="1233" y="6006"/>
                    <a:pt x="1276" y="6107"/>
                  </a:cubicBezTo>
                  <a:cubicBezTo>
                    <a:pt x="1378" y="6310"/>
                    <a:pt x="1320" y="6527"/>
                    <a:pt x="1175" y="6672"/>
                  </a:cubicBezTo>
                  <a:lnTo>
                    <a:pt x="1117" y="6716"/>
                  </a:lnTo>
                  <a:cubicBezTo>
                    <a:pt x="1073" y="6745"/>
                    <a:pt x="1030" y="6788"/>
                    <a:pt x="1001" y="6846"/>
                  </a:cubicBezTo>
                  <a:cubicBezTo>
                    <a:pt x="972" y="6875"/>
                    <a:pt x="957" y="6919"/>
                    <a:pt x="943" y="6977"/>
                  </a:cubicBezTo>
                  <a:cubicBezTo>
                    <a:pt x="943" y="6991"/>
                    <a:pt x="943" y="7006"/>
                    <a:pt x="928" y="7020"/>
                  </a:cubicBezTo>
                  <a:lnTo>
                    <a:pt x="928" y="7064"/>
                  </a:lnTo>
                  <a:cubicBezTo>
                    <a:pt x="928" y="7078"/>
                    <a:pt x="928" y="7093"/>
                    <a:pt x="928" y="7107"/>
                  </a:cubicBezTo>
                  <a:lnTo>
                    <a:pt x="928" y="7122"/>
                  </a:lnTo>
                  <a:lnTo>
                    <a:pt x="928" y="7194"/>
                  </a:lnTo>
                  <a:cubicBezTo>
                    <a:pt x="943" y="7223"/>
                    <a:pt x="943" y="7238"/>
                    <a:pt x="957" y="7267"/>
                  </a:cubicBezTo>
                  <a:cubicBezTo>
                    <a:pt x="957" y="7267"/>
                    <a:pt x="957" y="7281"/>
                    <a:pt x="957" y="7281"/>
                  </a:cubicBezTo>
                  <a:cubicBezTo>
                    <a:pt x="972" y="7296"/>
                    <a:pt x="972" y="7325"/>
                    <a:pt x="986" y="7339"/>
                  </a:cubicBezTo>
                  <a:lnTo>
                    <a:pt x="986" y="7354"/>
                  </a:lnTo>
                  <a:cubicBezTo>
                    <a:pt x="1001" y="7368"/>
                    <a:pt x="1001" y="7383"/>
                    <a:pt x="1015" y="7397"/>
                  </a:cubicBezTo>
                  <a:cubicBezTo>
                    <a:pt x="1218" y="7658"/>
                    <a:pt x="1450" y="7890"/>
                    <a:pt x="1711" y="8093"/>
                  </a:cubicBezTo>
                  <a:cubicBezTo>
                    <a:pt x="1796" y="8166"/>
                    <a:pt x="1901" y="8198"/>
                    <a:pt x="2001" y="8198"/>
                  </a:cubicBezTo>
                  <a:cubicBezTo>
                    <a:pt x="2021" y="8198"/>
                    <a:pt x="2040" y="8197"/>
                    <a:pt x="2059" y="8194"/>
                  </a:cubicBezTo>
                  <a:cubicBezTo>
                    <a:pt x="2102" y="8194"/>
                    <a:pt x="2146" y="8180"/>
                    <a:pt x="2189" y="8165"/>
                  </a:cubicBezTo>
                  <a:cubicBezTo>
                    <a:pt x="2291" y="8136"/>
                    <a:pt x="2363" y="8078"/>
                    <a:pt x="2421" y="8006"/>
                  </a:cubicBezTo>
                  <a:lnTo>
                    <a:pt x="2465" y="7948"/>
                  </a:lnTo>
                  <a:cubicBezTo>
                    <a:pt x="2523" y="7905"/>
                    <a:pt x="2581" y="7861"/>
                    <a:pt x="2653" y="7832"/>
                  </a:cubicBezTo>
                  <a:lnTo>
                    <a:pt x="2827" y="7789"/>
                  </a:lnTo>
                  <a:cubicBezTo>
                    <a:pt x="2900" y="7803"/>
                    <a:pt x="2972" y="7818"/>
                    <a:pt x="3030" y="7847"/>
                  </a:cubicBezTo>
                  <a:cubicBezTo>
                    <a:pt x="3132" y="7890"/>
                    <a:pt x="3233" y="7933"/>
                    <a:pt x="3334" y="7962"/>
                  </a:cubicBezTo>
                  <a:cubicBezTo>
                    <a:pt x="3421" y="8006"/>
                    <a:pt x="3508" y="8064"/>
                    <a:pt x="3566" y="8151"/>
                  </a:cubicBezTo>
                  <a:cubicBezTo>
                    <a:pt x="3581" y="8180"/>
                    <a:pt x="3610" y="8209"/>
                    <a:pt x="3610" y="8252"/>
                  </a:cubicBezTo>
                  <a:cubicBezTo>
                    <a:pt x="3653" y="8325"/>
                    <a:pt x="3653" y="8412"/>
                    <a:pt x="3639" y="8499"/>
                  </a:cubicBezTo>
                  <a:cubicBezTo>
                    <a:pt x="3610" y="8760"/>
                    <a:pt x="3769" y="9006"/>
                    <a:pt x="4030" y="9064"/>
                  </a:cubicBezTo>
                  <a:lnTo>
                    <a:pt x="4074" y="9064"/>
                  </a:lnTo>
                  <a:cubicBezTo>
                    <a:pt x="4248" y="9079"/>
                    <a:pt x="4407" y="9093"/>
                    <a:pt x="4567" y="9093"/>
                  </a:cubicBezTo>
                  <a:cubicBezTo>
                    <a:pt x="4726" y="9093"/>
                    <a:pt x="4900" y="9079"/>
                    <a:pt x="5059" y="9064"/>
                  </a:cubicBezTo>
                  <a:cubicBezTo>
                    <a:pt x="5175" y="9050"/>
                    <a:pt x="5277" y="9006"/>
                    <a:pt x="5364" y="8919"/>
                  </a:cubicBezTo>
                  <a:cubicBezTo>
                    <a:pt x="5393" y="8876"/>
                    <a:pt x="5422" y="8847"/>
                    <a:pt x="5436" y="8803"/>
                  </a:cubicBezTo>
                  <a:cubicBezTo>
                    <a:pt x="5451" y="8789"/>
                    <a:pt x="5465" y="8774"/>
                    <a:pt x="5465" y="8745"/>
                  </a:cubicBezTo>
                  <a:cubicBezTo>
                    <a:pt x="5494" y="8673"/>
                    <a:pt x="5509" y="8586"/>
                    <a:pt x="5494" y="8499"/>
                  </a:cubicBezTo>
                  <a:cubicBezTo>
                    <a:pt x="5494" y="8470"/>
                    <a:pt x="5494" y="8441"/>
                    <a:pt x="5494" y="8426"/>
                  </a:cubicBezTo>
                  <a:cubicBezTo>
                    <a:pt x="5494" y="8209"/>
                    <a:pt x="5625" y="8020"/>
                    <a:pt x="5813" y="7948"/>
                  </a:cubicBezTo>
                  <a:cubicBezTo>
                    <a:pt x="5915" y="7919"/>
                    <a:pt x="6016" y="7876"/>
                    <a:pt x="6118" y="7832"/>
                  </a:cubicBezTo>
                  <a:cubicBezTo>
                    <a:pt x="6183" y="7796"/>
                    <a:pt x="6255" y="7778"/>
                    <a:pt x="6328" y="7778"/>
                  </a:cubicBezTo>
                  <a:cubicBezTo>
                    <a:pt x="6400" y="7778"/>
                    <a:pt x="6473" y="7796"/>
                    <a:pt x="6538" y="7832"/>
                  </a:cubicBezTo>
                  <a:cubicBezTo>
                    <a:pt x="6582" y="7847"/>
                    <a:pt x="6611" y="7876"/>
                    <a:pt x="6639" y="7890"/>
                  </a:cubicBezTo>
                  <a:cubicBezTo>
                    <a:pt x="6654" y="7905"/>
                    <a:pt x="6668" y="7919"/>
                    <a:pt x="6683" y="7933"/>
                  </a:cubicBezTo>
                  <a:cubicBezTo>
                    <a:pt x="6697" y="7948"/>
                    <a:pt x="6712" y="7962"/>
                    <a:pt x="6726" y="7977"/>
                  </a:cubicBezTo>
                  <a:cubicBezTo>
                    <a:pt x="6817" y="8113"/>
                    <a:pt x="6964" y="8181"/>
                    <a:pt x="7119" y="8181"/>
                  </a:cubicBezTo>
                  <a:cubicBezTo>
                    <a:pt x="7211" y="8181"/>
                    <a:pt x="7306" y="8156"/>
                    <a:pt x="7393" y="8107"/>
                  </a:cubicBezTo>
                  <a:lnTo>
                    <a:pt x="7437" y="8078"/>
                  </a:lnTo>
                  <a:cubicBezTo>
                    <a:pt x="7553" y="7977"/>
                    <a:pt x="7683" y="7861"/>
                    <a:pt x="7799" y="7745"/>
                  </a:cubicBezTo>
                  <a:cubicBezTo>
                    <a:pt x="7915" y="7629"/>
                    <a:pt x="8017" y="7513"/>
                    <a:pt x="8118" y="7383"/>
                  </a:cubicBezTo>
                  <a:cubicBezTo>
                    <a:pt x="8220" y="7252"/>
                    <a:pt x="8249" y="7093"/>
                    <a:pt x="8205" y="6933"/>
                  </a:cubicBezTo>
                  <a:cubicBezTo>
                    <a:pt x="8205" y="6904"/>
                    <a:pt x="8191" y="6890"/>
                    <a:pt x="8176" y="6861"/>
                  </a:cubicBezTo>
                  <a:cubicBezTo>
                    <a:pt x="8176" y="6846"/>
                    <a:pt x="8162" y="6817"/>
                    <a:pt x="8147" y="6803"/>
                  </a:cubicBezTo>
                  <a:cubicBezTo>
                    <a:pt x="8133" y="6774"/>
                    <a:pt x="8104" y="6745"/>
                    <a:pt x="8075" y="6716"/>
                  </a:cubicBezTo>
                  <a:lnTo>
                    <a:pt x="8031" y="6672"/>
                  </a:lnTo>
                  <a:cubicBezTo>
                    <a:pt x="8017" y="6658"/>
                    <a:pt x="8002" y="6658"/>
                    <a:pt x="7988" y="6643"/>
                  </a:cubicBezTo>
                  <a:cubicBezTo>
                    <a:pt x="7828" y="6498"/>
                    <a:pt x="7785" y="6266"/>
                    <a:pt x="7872" y="6078"/>
                  </a:cubicBezTo>
                  <a:cubicBezTo>
                    <a:pt x="7915" y="5977"/>
                    <a:pt x="7959" y="5875"/>
                    <a:pt x="8002" y="5774"/>
                  </a:cubicBezTo>
                  <a:cubicBezTo>
                    <a:pt x="8065" y="5571"/>
                    <a:pt x="8250" y="5446"/>
                    <a:pt x="8449" y="5446"/>
                  </a:cubicBezTo>
                  <a:cubicBezTo>
                    <a:pt x="8479" y="5446"/>
                    <a:pt x="8509" y="5449"/>
                    <a:pt x="8538" y="5455"/>
                  </a:cubicBezTo>
                  <a:cubicBezTo>
                    <a:pt x="8558" y="5457"/>
                    <a:pt x="8578" y="5458"/>
                    <a:pt x="8598" y="5458"/>
                  </a:cubicBezTo>
                  <a:cubicBezTo>
                    <a:pt x="8694" y="5458"/>
                    <a:pt x="8788" y="5430"/>
                    <a:pt x="8872" y="5382"/>
                  </a:cubicBezTo>
                  <a:cubicBezTo>
                    <a:pt x="8901" y="5368"/>
                    <a:pt x="8915" y="5353"/>
                    <a:pt x="8944" y="5339"/>
                  </a:cubicBezTo>
                  <a:lnTo>
                    <a:pt x="8973" y="5295"/>
                  </a:lnTo>
                  <a:cubicBezTo>
                    <a:pt x="8988" y="5295"/>
                    <a:pt x="8988" y="5281"/>
                    <a:pt x="9002" y="5266"/>
                  </a:cubicBezTo>
                  <a:cubicBezTo>
                    <a:pt x="9060" y="5194"/>
                    <a:pt x="9104" y="5107"/>
                    <a:pt x="9104" y="5020"/>
                  </a:cubicBezTo>
                  <a:cubicBezTo>
                    <a:pt x="9147" y="4686"/>
                    <a:pt x="9147" y="4368"/>
                    <a:pt x="9104" y="4034"/>
                  </a:cubicBezTo>
                  <a:lnTo>
                    <a:pt x="9104" y="4063"/>
                  </a:lnTo>
                  <a:cubicBezTo>
                    <a:pt x="9104" y="4020"/>
                    <a:pt x="9089" y="3962"/>
                    <a:pt x="9075" y="3918"/>
                  </a:cubicBezTo>
                  <a:cubicBezTo>
                    <a:pt x="9060" y="3889"/>
                    <a:pt x="9046" y="3875"/>
                    <a:pt x="9031" y="3846"/>
                  </a:cubicBezTo>
                  <a:cubicBezTo>
                    <a:pt x="9017" y="3817"/>
                    <a:pt x="9002" y="3802"/>
                    <a:pt x="8973" y="3773"/>
                  </a:cubicBezTo>
                  <a:lnTo>
                    <a:pt x="8944" y="3744"/>
                  </a:lnTo>
                  <a:cubicBezTo>
                    <a:pt x="8930" y="3730"/>
                    <a:pt x="8915" y="3730"/>
                    <a:pt x="8915" y="3715"/>
                  </a:cubicBezTo>
                  <a:lnTo>
                    <a:pt x="8857" y="3686"/>
                  </a:lnTo>
                  <a:cubicBezTo>
                    <a:pt x="8828" y="3657"/>
                    <a:pt x="8785" y="3643"/>
                    <a:pt x="8741" y="3643"/>
                  </a:cubicBezTo>
                  <a:lnTo>
                    <a:pt x="8712" y="3628"/>
                  </a:lnTo>
                  <a:cubicBezTo>
                    <a:pt x="8683" y="3621"/>
                    <a:pt x="8654" y="3617"/>
                    <a:pt x="8625" y="3617"/>
                  </a:cubicBezTo>
                  <a:cubicBezTo>
                    <a:pt x="8596" y="3617"/>
                    <a:pt x="8567" y="3621"/>
                    <a:pt x="8538" y="3628"/>
                  </a:cubicBezTo>
                  <a:lnTo>
                    <a:pt x="8422" y="3628"/>
                  </a:lnTo>
                  <a:cubicBezTo>
                    <a:pt x="8335" y="3614"/>
                    <a:pt x="8249" y="3585"/>
                    <a:pt x="8176" y="3541"/>
                  </a:cubicBezTo>
                  <a:lnTo>
                    <a:pt x="8133" y="3512"/>
                  </a:lnTo>
                  <a:cubicBezTo>
                    <a:pt x="8118" y="3498"/>
                    <a:pt x="8104" y="3483"/>
                    <a:pt x="8104" y="3469"/>
                  </a:cubicBezTo>
                  <a:cubicBezTo>
                    <a:pt x="8075" y="3454"/>
                    <a:pt x="8060" y="3425"/>
                    <a:pt x="8046" y="3411"/>
                  </a:cubicBezTo>
                  <a:lnTo>
                    <a:pt x="8017" y="3353"/>
                  </a:lnTo>
                  <a:cubicBezTo>
                    <a:pt x="8002" y="3338"/>
                    <a:pt x="8002" y="3324"/>
                    <a:pt x="8002" y="3309"/>
                  </a:cubicBezTo>
                  <a:cubicBezTo>
                    <a:pt x="8002" y="3295"/>
                    <a:pt x="7988" y="3295"/>
                    <a:pt x="7988" y="3280"/>
                  </a:cubicBezTo>
                  <a:cubicBezTo>
                    <a:pt x="7959" y="3179"/>
                    <a:pt x="7915" y="3092"/>
                    <a:pt x="7872" y="3005"/>
                  </a:cubicBezTo>
                  <a:cubicBezTo>
                    <a:pt x="7872" y="2990"/>
                    <a:pt x="7857" y="2976"/>
                    <a:pt x="7857" y="2961"/>
                  </a:cubicBezTo>
                  <a:cubicBezTo>
                    <a:pt x="7828" y="2889"/>
                    <a:pt x="7828" y="2817"/>
                    <a:pt x="7828" y="2744"/>
                  </a:cubicBezTo>
                  <a:cubicBezTo>
                    <a:pt x="7843" y="2701"/>
                    <a:pt x="7857" y="2643"/>
                    <a:pt x="7886" y="2585"/>
                  </a:cubicBezTo>
                  <a:cubicBezTo>
                    <a:pt x="7901" y="2527"/>
                    <a:pt x="7930" y="2469"/>
                    <a:pt x="7973" y="2425"/>
                  </a:cubicBezTo>
                  <a:cubicBezTo>
                    <a:pt x="7988" y="2411"/>
                    <a:pt x="8002" y="2396"/>
                    <a:pt x="8017" y="2396"/>
                  </a:cubicBezTo>
                  <a:lnTo>
                    <a:pt x="8031" y="2396"/>
                  </a:lnTo>
                  <a:lnTo>
                    <a:pt x="8075" y="2353"/>
                  </a:lnTo>
                  <a:cubicBezTo>
                    <a:pt x="8118" y="2324"/>
                    <a:pt x="8147" y="2280"/>
                    <a:pt x="8176" y="2237"/>
                  </a:cubicBezTo>
                  <a:cubicBezTo>
                    <a:pt x="8176" y="2208"/>
                    <a:pt x="8191" y="2193"/>
                    <a:pt x="8205" y="2164"/>
                  </a:cubicBezTo>
                  <a:cubicBezTo>
                    <a:pt x="8205" y="2150"/>
                    <a:pt x="8220" y="2121"/>
                    <a:pt x="8220" y="2092"/>
                  </a:cubicBezTo>
                  <a:cubicBezTo>
                    <a:pt x="8249" y="1947"/>
                    <a:pt x="8220" y="1802"/>
                    <a:pt x="8133" y="1686"/>
                  </a:cubicBezTo>
                  <a:cubicBezTo>
                    <a:pt x="8017" y="1555"/>
                    <a:pt x="7915" y="1439"/>
                    <a:pt x="7799" y="1323"/>
                  </a:cubicBezTo>
                  <a:cubicBezTo>
                    <a:pt x="7683" y="1207"/>
                    <a:pt x="7567" y="1092"/>
                    <a:pt x="7437" y="990"/>
                  </a:cubicBezTo>
                  <a:cubicBezTo>
                    <a:pt x="7352" y="926"/>
                    <a:pt x="7244" y="886"/>
                    <a:pt x="7135" y="886"/>
                  </a:cubicBezTo>
                  <a:cubicBezTo>
                    <a:pt x="7095" y="886"/>
                    <a:pt x="7055" y="891"/>
                    <a:pt x="7016" y="903"/>
                  </a:cubicBezTo>
                  <a:lnTo>
                    <a:pt x="6958" y="918"/>
                  </a:lnTo>
                  <a:cubicBezTo>
                    <a:pt x="6886" y="947"/>
                    <a:pt x="6828" y="990"/>
                    <a:pt x="6770" y="1048"/>
                  </a:cubicBezTo>
                  <a:cubicBezTo>
                    <a:pt x="6755" y="1063"/>
                    <a:pt x="6741" y="1077"/>
                    <a:pt x="6726" y="1092"/>
                  </a:cubicBezTo>
                  <a:cubicBezTo>
                    <a:pt x="6668" y="1178"/>
                    <a:pt x="6596" y="1236"/>
                    <a:pt x="6509" y="1265"/>
                  </a:cubicBezTo>
                  <a:cubicBezTo>
                    <a:pt x="6466" y="1280"/>
                    <a:pt x="6437" y="1294"/>
                    <a:pt x="6408" y="1294"/>
                  </a:cubicBezTo>
                  <a:lnTo>
                    <a:pt x="6263" y="1294"/>
                  </a:lnTo>
                  <a:cubicBezTo>
                    <a:pt x="6234" y="1294"/>
                    <a:pt x="6205" y="1280"/>
                    <a:pt x="6190" y="1280"/>
                  </a:cubicBezTo>
                  <a:lnTo>
                    <a:pt x="6132" y="1251"/>
                  </a:lnTo>
                  <a:lnTo>
                    <a:pt x="6074" y="1222"/>
                  </a:lnTo>
                  <a:cubicBezTo>
                    <a:pt x="6045" y="1207"/>
                    <a:pt x="6016" y="1193"/>
                    <a:pt x="5987" y="1193"/>
                  </a:cubicBezTo>
                  <a:cubicBezTo>
                    <a:pt x="5944" y="1178"/>
                    <a:pt x="5871" y="1149"/>
                    <a:pt x="5828" y="1121"/>
                  </a:cubicBezTo>
                  <a:cubicBezTo>
                    <a:pt x="5625" y="1048"/>
                    <a:pt x="5494" y="845"/>
                    <a:pt x="5509" y="628"/>
                  </a:cubicBezTo>
                  <a:lnTo>
                    <a:pt x="5509" y="599"/>
                  </a:lnTo>
                  <a:cubicBezTo>
                    <a:pt x="5552" y="338"/>
                    <a:pt x="5378" y="106"/>
                    <a:pt x="5132" y="48"/>
                  </a:cubicBezTo>
                  <a:cubicBezTo>
                    <a:pt x="5117" y="33"/>
                    <a:pt x="5103" y="33"/>
                    <a:pt x="5088" y="33"/>
                  </a:cubicBezTo>
                  <a:cubicBezTo>
                    <a:pt x="4922" y="12"/>
                    <a:pt x="4755" y="1"/>
                    <a:pt x="4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6"/>
            <p:cNvSpPr/>
            <p:nvPr/>
          </p:nvSpPr>
          <p:spPr>
            <a:xfrm>
              <a:off x="4613946" y="697900"/>
              <a:ext cx="4028811" cy="3329952"/>
            </a:xfrm>
            <a:custGeom>
              <a:avLst/>
              <a:gdLst/>
              <a:ahLst/>
              <a:cxnLst/>
              <a:rect l="l" t="t" r="r" b="b"/>
              <a:pathLst>
                <a:path w="42729" h="35317" extrusionOk="0">
                  <a:moveTo>
                    <a:pt x="19690" y="1"/>
                  </a:moveTo>
                  <a:cubicBezTo>
                    <a:pt x="18145" y="1"/>
                    <a:pt x="16885" y="1260"/>
                    <a:pt x="16885" y="2834"/>
                  </a:cubicBezTo>
                  <a:lnTo>
                    <a:pt x="16885" y="6898"/>
                  </a:lnTo>
                  <a:cubicBezTo>
                    <a:pt x="16885" y="7356"/>
                    <a:pt x="16513" y="7728"/>
                    <a:pt x="16084" y="7728"/>
                  </a:cubicBezTo>
                  <a:cubicBezTo>
                    <a:pt x="15626" y="7728"/>
                    <a:pt x="15283" y="7356"/>
                    <a:pt x="15283" y="6898"/>
                  </a:cubicBezTo>
                  <a:lnTo>
                    <a:pt x="15283" y="6383"/>
                  </a:lnTo>
                  <a:cubicBezTo>
                    <a:pt x="15283" y="4837"/>
                    <a:pt x="14024" y="3607"/>
                    <a:pt x="12507" y="3607"/>
                  </a:cubicBezTo>
                  <a:cubicBezTo>
                    <a:pt x="10961" y="3607"/>
                    <a:pt x="9702" y="4837"/>
                    <a:pt x="9702" y="6383"/>
                  </a:cubicBezTo>
                  <a:lnTo>
                    <a:pt x="9702" y="16800"/>
                  </a:lnTo>
                  <a:cubicBezTo>
                    <a:pt x="9702" y="17201"/>
                    <a:pt x="9387" y="17515"/>
                    <a:pt x="8987" y="17515"/>
                  </a:cubicBezTo>
                  <a:cubicBezTo>
                    <a:pt x="8615" y="17515"/>
                    <a:pt x="8271" y="17201"/>
                    <a:pt x="8271" y="16800"/>
                  </a:cubicBezTo>
                  <a:lnTo>
                    <a:pt x="8271" y="16113"/>
                  </a:lnTo>
                  <a:cubicBezTo>
                    <a:pt x="8271" y="15026"/>
                    <a:pt x="7413" y="14138"/>
                    <a:pt x="6325" y="14138"/>
                  </a:cubicBezTo>
                  <a:cubicBezTo>
                    <a:pt x="5237" y="14138"/>
                    <a:pt x="4350" y="15026"/>
                    <a:pt x="4379" y="16113"/>
                  </a:cubicBezTo>
                  <a:lnTo>
                    <a:pt x="4379" y="22467"/>
                  </a:lnTo>
                  <a:cubicBezTo>
                    <a:pt x="4379" y="22839"/>
                    <a:pt x="4035" y="23182"/>
                    <a:pt x="3663" y="23182"/>
                  </a:cubicBezTo>
                  <a:cubicBezTo>
                    <a:pt x="3263" y="23182"/>
                    <a:pt x="2948" y="22839"/>
                    <a:pt x="2948" y="22467"/>
                  </a:cubicBezTo>
                  <a:cubicBezTo>
                    <a:pt x="2948" y="21637"/>
                    <a:pt x="2261" y="20978"/>
                    <a:pt x="1460" y="20978"/>
                  </a:cubicBezTo>
                  <a:cubicBezTo>
                    <a:pt x="658" y="20978"/>
                    <a:pt x="0" y="21637"/>
                    <a:pt x="0" y="22467"/>
                  </a:cubicBezTo>
                  <a:lnTo>
                    <a:pt x="0" y="35317"/>
                  </a:lnTo>
                  <a:lnTo>
                    <a:pt x="42729" y="35317"/>
                  </a:lnTo>
                  <a:lnTo>
                    <a:pt x="42729" y="22839"/>
                  </a:lnTo>
                  <a:cubicBezTo>
                    <a:pt x="42729" y="21808"/>
                    <a:pt x="41899" y="20978"/>
                    <a:pt x="40897" y="20978"/>
                  </a:cubicBezTo>
                  <a:cubicBezTo>
                    <a:pt x="39867" y="20978"/>
                    <a:pt x="39037" y="21808"/>
                    <a:pt x="39037" y="22839"/>
                  </a:cubicBezTo>
                  <a:lnTo>
                    <a:pt x="39037" y="23497"/>
                  </a:lnTo>
                  <a:cubicBezTo>
                    <a:pt x="39037" y="23955"/>
                    <a:pt x="38665" y="24298"/>
                    <a:pt x="38235" y="24298"/>
                  </a:cubicBezTo>
                  <a:cubicBezTo>
                    <a:pt x="37806" y="24298"/>
                    <a:pt x="37434" y="23955"/>
                    <a:pt x="37434" y="23497"/>
                  </a:cubicBezTo>
                  <a:lnTo>
                    <a:pt x="37434" y="10990"/>
                  </a:lnTo>
                  <a:cubicBezTo>
                    <a:pt x="37434" y="9702"/>
                    <a:pt x="36375" y="8644"/>
                    <a:pt x="35087" y="8644"/>
                  </a:cubicBezTo>
                  <a:cubicBezTo>
                    <a:pt x="33799" y="8644"/>
                    <a:pt x="32741" y="9702"/>
                    <a:pt x="32741" y="10990"/>
                  </a:cubicBezTo>
                  <a:lnTo>
                    <a:pt x="32741" y="11763"/>
                  </a:lnTo>
                  <a:cubicBezTo>
                    <a:pt x="32741" y="12479"/>
                    <a:pt x="32168" y="13022"/>
                    <a:pt x="31481" y="13022"/>
                  </a:cubicBezTo>
                  <a:cubicBezTo>
                    <a:pt x="30766" y="13022"/>
                    <a:pt x="30222" y="12479"/>
                    <a:pt x="30222" y="11763"/>
                  </a:cubicBezTo>
                  <a:lnTo>
                    <a:pt x="30222" y="5324"/>
                  </a:lnTo>
                  <a:cubicBezTo>
                    <a:pt x="30222" y="3807"/>
                    <a:pt x="28963" y="2548"/>
                    <a:pt x="27446" y="2548"/>
                  </a:cubicBezTo>
                  <a:cubicBezTo>
                    <a:pt x="25901" y="2548"/>
                    <a:pt x="24641" y="3807"/>
                    <a:pt x="24641" y="5324"/>
                  </a:cubicBezTo>
                  <a:lnTo>
                    <a:pt x="24641" y="5696"/>
                  </a:lnTo>
                  <a:cubicBezTo>
                    <a:pt x="24641" y="6268"/>
                    <a:pt x="24155" y="6755"/>
                    <a:pt x="23582" y="6755"/>
                  </a:cubicBezTo>
                  <a:cubicBezTo>
                    <a:pt x="22981" y="6755"/>
                    <a:pt x="22495" y="6268"/>
                    <a:pt x="22495" y="5696"/>
                  </a:cubicBezTo>
                  <a:lnTo>
                    <a:pt x="22495" y="2834"/>
                  </a:lnTo>
                  <a:cubicBezTo>
                    <a:pt x="22495" y="1260"/>
                    <a:pt x="21236" y="1"/>
                    <a:pt x="19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6"/>
            <p:cNvSpPr/>
            <p:nvPr/>
          </p:nvSpPr>
          <p:spPr>
            <a:xfrm>
              <a:off x="4476284" y="4168083"/>
              <a:ext cx="4228512" cy="91836"/>
            </a:xfrm>
            <a:custGeom>
              <a:avLst/>
              <a:gdLst/>
              <a:ahLst/>
              <a:cxnLst/>
              <a:rect l="l" t="t" r="r" b="b"/>
              <a:pathLst>
                <a:path w="44847" h="974" extrusionOk="0">
                  <a:moveTo>
                    <a:pt x="659" y="1"/>
                  </a:moveTo>
                  <a:cubicBezTo>
                    <a:pt x="1" y="1"/>
                    <a:pt x="1" y="974"/>
                    <a:pt x="659" y="974"/>
                  </a:cubicBezTo>
                  <a:lnTo>
                    <a:pt x="44360" y="974"/>
                  </a:lnTo>
                  <a:cubicBezTo>
                    <a:pt x="44618" y="974"/>
                    <a:pt x="44847" y="745"/>
                    <a:pt x="44847" y="487"/>
                  </a:cubicBezTo>
                  <a:cubicBezTo>
                    <a:pt x="44847" y="201"/>
                    <a:pt x="44618" y="1"/>
                    <a:pt x="443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6"/>
            <p:cNvSpPr/>
            <p:nvPr/>
          </p:nvSpPr>
          <p:spPr>
            <a:xfrm>
              <a:off x="4476284" y="4168083"/>
              <a:ext cx="1848506" cy="94570"/>
            </a:xfrm>
            <a:custGeom>
              <a:avLst/>
              <a:gdLst/>
              <a:ahLst/>
              <a:cxnLst/>
              <a:rect l="l" t="t" r="r" b="b"/>
              <a:pathLst>
                <a:path w="19605" h="1003" extrusionOk="0">
                  <a:moveTo>
                    <a:pt x="659" y="1"/>
                  </a:moveTo>
                  <a:cubicBezTo>
                    <a:pt x="1" y="1"/>
                    <a:pt x="1" y="1003"/>
                    <a:pt x="659" y="1003"/>
                  </a:cubicBezTo>
                  <a:lnTo>
                    <a:pt x="19605" y="1003"/>
                  </a:lnTo>
                  <a:lnTo>
                    <a:pt x="196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6"/>
            <p:cNvSpPr/>
            <p:nvPr/>
          </p:nvSpPr>
          <p:spPr>
            <a:xfrm>
              <a:off x="6222224" y="4120939"/>
              <a:ext cx="202435" cy="184238"/>
            </a:xfrm>
            <a:custGeom>
              <a:avLst/>
              <a:gdLst/>
              <a:ahLst/>
              <a:cxnLst/>
              <a:rect l="l" t="t" r="r" b="b"/>
              <a:pathLst>
                <a:path w="2147" h="1954" extrusionOk="0">
                  <a:moveTo>
                    <a:pt x="1073" y="0"/>
                  </a:moveTo>
                  <a:cubicBezTo>
                    <a:pt x="823" y="0"/>
                    <a:pt x="573" y="100"/>
                    <a:pt x="372" y="301"/>
                  </a:cubicBezTo>
                  <a:cubicBezTo>
                    <a:pt x="0" y="673"/>
                    <a:pt x="0" y="1302"/>
                    <a:pt x="372" y="1674"/>
                  </a:cubicBezTo>
                  <a:cubicBezTo>
                    <a:pt x="573" y="1860"/>
                    <a:pt x="823" y="1953"/>
                    <a:pt x="1073" y="1953"/>
                  </a:cubicBezTo>
                  <a:cubicBezTo>
                    <a:pt x="1324" y="1953"/>
                    <a:pt x="1574" y="1860"/>
                    <a:pt x="1775" y="1674"/>
                  </a:cubicBezTo>
                  <a:cubicBezTo>
                    <a:pt x="2147" y="1302"/>
                    <a:pt x="2147" y="673"/>
                    <a:pt x="1775" y="301"/>
                  </a:cubicBezTo>
                  <a:cubicBezTo>
                    <a:pt x="1574" y="100"/>
                    <a:pt x="1324" y="0"/>
                    <a:pt x="10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6"/>
            <p:cNvSpPr/>
            <p:nvPr/>
          </p:nvSpPr>
          <p:spPr>
            <a:xfrm>
              <a:off x="7638907" y="2002377"/>
              <a:ext cx="1430247" cy="2025484"/>
            </a:xfrm>
            <a:custGeom>
              <a:avLst/>
              <a:gdLst/>
              <a:ahLst/>
              <a:cxnLst/>
              <a:rect l="l" t="t" r="r" b="b"/>
              <a:pathLst>
                <a:path w="15169" h="21482" extrusionOk="0">
                  <a:moveTo>
                    <a:pt x="5892" y="0"/>
                  </a:moveTo>
                  <a:cubicBezTo>
                    <a:pt x="1137" y="0"/>
                    <a:pt x="0" y="21482"/>
                    <a:pt x="0" y="21482"/>
                  </a:cubicBezTo>
                  <a:lnTo>
                    <a:pt x="8701" y="21482"/>
                  </a:lnTo>
                  <a:cubicBezTo>
                    <a:pt x="8701" y="21482"/>
                    <a:pt x="15168" y="2364"/>
                    <a:pt x="12020" y="1706"/>
                  </a:cubicBezTo>
                  <a:cubicBezTo>
                    <a:pt x="11914" y="1683"/>
                    <a:pt x="11808" y="1672"/>
                    <a:pt x="11704" y="1672"/>
                  </a:cubicBezTo>
                  <a:cubicBezTo>
                    <a:pt x="8733" y="1672"/>
                    <a:pt x="6560" y="10641"/>
                    <a:pt x="6443" y="10641"/>
                  </a:cubicBezTo>
                  <a:cubicBezTo>
                    <a:pt x="6442" y="10641"/>
                    <a:pt x="6440" y="10639"/>
                    <a:pt x="6440" y="10635"/>
                  </a:cubicBezTo>
                  <a:cubicBezTo>
                    <a:pt x="6382" y="10320"/>
                    <a:pt x="9216" y="447"/>
                    <a:pt x="6125" y="17"/>
                  </a:cubicBezTo>
                  <a:cubicBezTo>
                    <a:pt x="6046" y="6"/>
                    <a:pt x="5969" y="0"/>
                    <a:pt x="58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6"/>
            <p:cNvSpPr/>
            <p:nvPr/>
          </p:nvSpPr>
          <p:spPr>
            <a:xfrm>
              <a:off x="5266893" y="1680100"/>
              <a:ext cx="2860494" cy="1856615"/>
            </a:xfrm>
            <a:custGeom>
              <a:avLst/>
              <a:gdLst/>
              <a:ahLst/>
              <a:cxnLst/>
              <a:rect l="l" t="t" r="r" b="b"/>
              <a:pathLst>
                <a:path w="30338" h="19691" extrusionOk="0">
                  <a:moveTo>
                    <a:pt x="3292" y="1"/>
                  </a:moveTo>
                  <a:cubicBezTo>
                    <a:pt x="1461" y="1"/>
                    <a:pt x="1" y="1461"/>
                    <a:pt x="1" y="3264"/>
                  </a:cubicBezTo>
                  <a:lnTo>
                    <a:pt x="1" y="16400"/>
                  </a:lnTo>
                  <a:cubicBezTo>
                    <a:pt x="1" y="18203"/>
                    <a:pt x="1461" y="19691"/>
                    <a:pt x="3292" y="19691"/>
                  </a:cubicBezTo>
                  <a:lnTo>
                    <a:pt x="27075" y="19691"/>
                  </a:lnTo>
                  <a:cubicBezTo>
                    <a:pt x="28878" y="19691"/>
                    <a:pt x="30337" y="18203"/>
                    <a:pt x="30337" y="16400"/>
                  </a:cubicBezTo>
                  <a:lnTo>
                    <a:pt x="30337" y="3264"/>
                  </a:lnTo>
                  <a:cubicBezTo>
                    <a:pt x="30337" y="1461"/>
                    <a:pt x="28878" y="1"/>
                    <a:pt x="270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6"/>
            <p:cNvSpPr/>
            <p:nvPr/>
          </p:nvSpPr>
          <p:spPr>
            <a:xfrm>
              <a:off x="5391071" y="1788060"/>
              <a:ext cx="2614875" cy="1495023"/>
            </a:xfrm>
            <a:custGeom>
              <a:avLst/>
              <a:gdLst/>
              <a:ahLst/>
              <a:cxnLst/>
              <a:rect l="l" t="t" r="r" b="b"/>
              <a:pathLst>
                <a:path w="27733" h="15856" extrusionOk="0">
                  <a:moveTo>
                    <a:pt x="0" y="1"/>
                  </a:moveTo>
                  <a:lnTo>
                    <a:pt x="0" y="15856"/>
                  </a:lnTo>
                  <a:lnTo>
                    <a:pt x="27732" y="15856"/>
                  </a:lnTo>
                  <a:lnTo>
                    <a:pt x="277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6"/>
            <p:cNvSpPr/>
            <p:nvPr/>
          </p:nvSpPr>
          <p:spPr>
            <a:xfrm>
              <a:off x="6176305" y="3536635"/>
              <a:ext cx="1041688" cy="302380"/>
            </a:xfrm>
            <a:custGeom>
              <a:avLst/>
              <a:gdLst/>
              <a:ahLst/>
              <a:cxnLst/>
              <a:rect l="l" t="t" r="r" b="b"/>
              <a:pathLst>
                <a:path w="11048" h="3207" extrusionOk="0">
                  <a:moveTo>
                    <a:pt x="1" y="1"/>
                  </a:moveTo>
                  <a:lnTo>
                    <a:pt x="1" y="3206"/>
                  </a:lnTo>
                  <a:lnTo>
                    <a:pt x="11048" y="3206"/>
                  </a:lnTo>
                  <a:lnTo>
                    <a:pt x="11048" y="1"/>
                  </a:lnTo>
                  <a:close/>
                </a:path>
              </a:pathLst>
            </a:custGeom>
            <a:solidFill>
              <a:srgbClr val="E3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6"/>
            <p:cNvSpPr/>
            <p:nvPr/>
          </p:nvSpPr>
          <p:spPr>
            <a:xfrm>
              <a:off x="5879485" y="3817331"/>
              <a:ext cx="1635322" cy="210544"/>
            </a:xfrm>
            <a:custGeom>
              <a:avLst/>
              <a:gdLst/>
              <a:ahLst/>
              <a:cxnLst/>
              <a:rect l="l" t="t" r="r" b="b"/>
              <a:pathLst>
                <a:path w="17344" h="2233" extrusionOk="0">
                  <a:moveTo>
                    <a:pt x="2261" y="0"/>
                  </a:moveTo>
                  <a:cubicBezTo>
                    <a:pt x="1031" y="0"/>
                    <a:pt x="1" y="1002"/>
                    <a:pt x="29" y="2233"/>
                  </a:cubicBezTo>
                  <a:lnTo>
                    <a:pt x="17344" y="2233"/>
                  </a:lnTo>
                  <a:cubicBezTo>
                    <a:pt x="17344" y="1002"/>
                    <a:pt x="16342" y="0"/>
                    <a:pt x="151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6"/>
            <p:cNvSpPr/>
            <p:nvPr/>
          </p:nvSpPr>
          <p:spPr>
            <a:xfrm>
              <a:off x="5987445" y="3479967"/>
              <a:ext cx="1432981" cy="110788"/>
            </a:xfrm>
            <a:custGeom>
              <a:avLst/>
              <a:gdLst/>
              <a:ahLst/>
              <a:cxnLst/>
              <a:rect l="l" t="t" r="r" b="b"/>
              <a:pathLst>
                <a:path w="15198" h="1175" extrusionOk="0">
                  <a:moveTo>
                    <a:pt x="716" y="1"/>
                  </a:moveTo>
                  <a:cubicBezTo>
                    <a:pt x="0" y="58"/>
                    <a:pt x="0" y="1117"/>
                    <a:pt x="716" y="1174"/>
                  </a:cubicBezTo>
                  <a:lnTo>
                    <a:pt x="14482" y="1174"/>
                  </a:lnTo>
                  <a:cubicBezTo>
                    <a:pt x="15197" y="1117"/>
                    <a:pt x="15197" y="58"/>
                    <a:pt x="144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p:nvPr/>
          </p:nvSpPr>
          <p:spPr>
            <a:xfrm>
              <a:off x="5007883" y="3652703"/>
              <a:ext cx="688204" cy="375170"/>
            </a:xfrm>
            <a:custGeom>
              <a:avLst/>
              <a:gdLst/>
              <a:ahLst/>
              <a:cxnLst/>
              <a:rect l="l" t="t" r="r" b="b"/>
              <a:pathLst>
                <a:path w="7299" h="3979" extrusionOk="0">
                  <a:moveTo>
                    <a:pt x="1031" y="1"/>
                  </a:moveTo>
                  <a:cubicBezTo>
                    <a:pt x="487" y="1"/>
                    <a:pt x="1" y="458"/>
                    <a:pt x="1" y="1031"/>
                  </a:cubicBezTo>
                  <a:cubicBezTo>
                    <a:pt x="1" y="2662"/>
                    <a:pt x="1346" y="3979"/>
                    <a:pt x="2977" y="3979"/>
                  </a:cubicBezTo>
                  <a:lnTo>
                    <a:pt x="4322" y="3979"/>
                  </a:lnTo>
                  <a:cubicBezTo>
                    <a:pt x="5982" y="3979"/>
                    <a:pt x="7298" y="2662"/>
                    <a:pt x="7298" y="1031"/>
                  </a:cubicBezTo>
                  <a:cubicBezTo>
                    <a:pt x="7298" y="458"/>
                    <a:pt x="6841" y="1"/>
                    <a:pt x="6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6"/>
            <p:cNvSpPr/>
            <p:nvPr/>
          </p:nvSpPr>
          <p:spPr>
            <a:xfrm>
              <a:off x="4940466" y="3091217"/>
              <a:ext cx="831144" cy="561576"/>
            </a:xfrm>
            <a:custGeom>
              <a:avLst/>
              <a:gdLst/>
              <a:ahLst/>
              <a:cxnLst/>
              <a:rect l="l" t="t" r="r" b="b"/>
              <a:pathLst>
                <a:path w="8815" h="5956" extrusionOk="0">
                  <a:moveTo>
                    <a:pt x="4624" y="1"/>
                  </a:moveTo>
                  <a:cubicBezTo>
                    <a:pt x="4609" y="1"/>
                    <a:pt x="4594" y="2"/>
                    <a:pt x="4579" y="3"/>
                  </a:cubicBezTo>
                  <a:cubicBezTo>
                    <a:pt x="3492" y="60"/>
                    <a:pt x="3492" y="2951"/>
                    <a:pt x="3492" y="2951"/>
                  </a:cubicBezTo>
                  <a:cubicBezTo>
                    <a:pt x="3492" y="2951"/>
                    <a:pt x="2695" y="1756"/>
                    <a:pt x="2081" y="1756"/>
                  </a:cubicBezTo>
                  <a:cubicBezTo>
                    <a:pt x="1923" y="1756"/>
                    <a:pt x="1777" y="1835"/>
                    <a:pt x="1660" y="2035"/>
                  </a:cubicBezTo>
                  <a:cubicBezTo>
                    <a:pt x="1240" y="2714"/>
                    <a:pt x="1630" y="3394"/>
                    <a:pt x="1904" y="3742"/>
                  </a:cubicBezTo>
                  <a:lnTo>
                    <a:pt x="1904" y="3742"/>
                  </a:lnTo>
                  <a:cubicBezTo>
                    <a:pt x="1716" y="3560"/>
                    <a:pt x="1428" y="3341"/>
                    <a:pt x="1125" y="3341"/>
                  </a:cubicBezTo>
                  <a:cubicBezTo>
                    <a:pt x="959" y="3341"/>
                    <a:pt x="789" y="3407"/>
                    <a:pt x="630" y="3580"/>
                  </a:cubicBezTo>
                  <a:cubicBezTo>
                    <a:pt x="0" y="4296"/>
                    <a:pt x="2375" y="5927"/>
                    <a:pt x="2375" y="5927"/>
                  </a:cubicBezTo>
                  <a:lnTo>
                    <a:pt x="5924" y="5956"/>
                  </a:lnTo>
                  <a:cubicBezTo>
                    <a:pt x="5924" y="5956"/>
                    <a:pt x="8815" y="3552"/>
                    <a:pt x="8099" y="3094"/>
                  </a:cubicBezTo>
                  <a:cubicBezTo>
                    <a:pt x="7981" y="3013"/>
                    <a:pt x="7858" y="2980"/>
                    <a:pt x="7734" y="2980"/>
                  </a:cubicBezTo>
                  <a:cubicBezTo>
                    <a:pt x="7106" y="2980"/>
                    <a:pt x="6468" y="3838"/>
                    <a:pt x="6468" y="3838"/>
                  </a:cubicBezTo>
                  <a:cubicBezTo>
                    <a:pt x="6468" y="3838"/>
                    <a:pt x="8357" y="1262"/>
                    <a:pt x="7241" y="1062"/>
                  </a:cubicBezTo>
                  <a:cubicBezTo>
                    <a:pt x="7183" y="1050"/>
                    <a:pt x="7125" y="1044"/>
                    <a:pt x="7069" y="1044"/>
                  </a:cubicBezTo>
                  <a:cubicBezTo>
                    <a:pt x="6038" y="1044"/>
                    <a:pt x="5266" y="2922"/>
                    <a:pt x="5266" y="2922"/>
                  </a:cubicBezTo>
                  <a:cubicBezTo>
                    <a:pt x="5266" y="2922"/>
                    <a:pt x="5655" y="1"/>
                    <a:pt x="46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6"/>
            <p:cNvSpPr/>
            <p:nvPr/>
          </p:nvSpPr>
          <p:spPr>
            <a:xfrm>
              <a:off x="4398025" y="3999590"/>
              <a:ext cx="4368906" cy="57704"/>
            </a:xfrm>
            <a:custGeom>
              <a:avLst/>
              <a:gdLst/>
              <a:ahLst/>
              <a:cxnLst/>
              <a:rect l="l" t="t" r="r" b="b"/>
              <a:pathLst>
                <a:path w="46336" h="612" extrusionOk="0">
                  <a:moveTo>
                    <a:pt x="1060" y="1"/>
                  </a:moveTo>
                  <a:cubicBezTo>
                    <a:pt x="859" y="1"/>
                    <a:pt x="659" y="4"/>
                    <a:pt x="459" y="13"/>
                  </a:cubicBezTo>
                  <a:lnTo>
                    <a:pt x="401" y="13"/>
                  </a:lnTo>
                  <a:cubicBezTo>
                    <a:pt x="1" y="13"/>
                    <a:pt x="1" y="586"/>
                    <a:pt x="401" y="586"/>
                  </a:cubicBezTo>
                  <a:lnTo>
                    <a:pt x="44103" y="586"/>
                  </a:lnTo>
                  <a:cubicBezTo>
                    <a:pt x="44484" y="586"/>
                    <a:pt x="44879" y="611"/>
                    <a:pt x="45277" y="611"/>
                  </a:cubicBezTo>
                  <a:cubicBezTo>
                    <a:pt x="45477" y="611"/>
                    <a:pt x="45677" y="605"/>
                    <a:pt x="45877" y="586"/>
                  </a:cubicBezTo>
                  <a:lnTo>
                    <a:pt x="45963" y="586"/>
                  </a:lnTo>
                  <a:cubicBezTo>
                    <a:pt x="46335" y="586"/>
                    <a:pt x="46335" y="13"/>
                    <a:pt x="45963" y="13"/>
                  </a:cubicBezTo>
                  <a:lnTo>
                    <a:pt x="2262" y="13"/>
                  </a:lnTo>
                  <a:cubicBezTo>
                    <a:pt x="1861" y="13"/>
                    <a:pt x="1460" y="1"/>
                    <a:pt x="1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 name="Google Shape;340;p36"/>
            <p:cNvGrpSpPr/>
            <p:nvPr/>
          </p:nvGrpSpPr>
          <p:grpSpPr>
            <a:xfrm>
              <a:off x="5887555" y="1894040"/>
              <a:ext cx="1635387" cy="1330888"/>
              <a:chOff x="2357113" y="709250"/>
              <a:chExt cx="2171252" cy="1766978"/>
            </a:xfrm>
          </p:grpSpPr>
          <p:sp>
            <p:nvSpPr>
              <p:cNvPr id="341" name="Google Shape;341;p36"/>
              <p:cNvSpPr/>
              <p:nvPr/>
            </p:nvSpPr>
            <p:spPr>
              <a:xfrm>
                <a:off x="3734270" y="747515"/>
                <a:ext cx="491253" cy="292716"/>
              </a:xfrm>
              <a:custGeom>
                <a:avLst/>
                <a:gdLst/>
                <a:ahLst/>
                <a:cxnLst/>
                <a:rect l="l" t="t" r="r" b="b"/>
                <a:pathLst>
                  <a:path w="11246" h="6701" extrusionOk="0">
                    <a:moveTo>
                      <a:pt x="7977" y="2830"/>
                    </a:moveTo>
                    <a:cubicBezTo>
                      <a:pt x="9146" y="3597"/>
                      <a:pt x="10917" y="4272"/>
                      <a:pt x="11190" y="5787"/>
                    </a:cubicBezTo>
                    <a:cubicBezTo>
                      <a:pt x="11245" y="6079"/>
                      <a:pt x="11209" y="6390"/>
                      <a:pt x="11117" y="6700"/>
                    </a:cubicBezTo>
                    <a:cubicBezTo>
                      <a:pt x="7485" y="4875"/>
                      <a:pt x="3706" y="3159"/>
                      <a:pt x="0" y="1406"/>
                    </a:cubicBezTo>
                    <a:cubicBezTo>
                      <a:pt x="164" y="968"/>
                      <a:pt x="511" y="639"/>
                      <a:pt x="931" y="493"/>
                    </a:cubicBezTo>
                    <a:cubicBezTo>
                      <a:pt x="2209" y="0"/>
                      <a:pt x="3907" y="968"/>
                      <a:pt x="4911" y="1333"/>
                    </a:cubicBezTo>
                    <a:cubicBezTo>
                      <a:pt x="5257" y="767"/>
                      <a:pt x="5714" y="329"/>
                      <a:pt x="6499" y="329"/>
                    </a:cubicBezTo>
                    <a:cubicBezTo>
                      <a:pt x="7722" y="366"/>
                      <a:pt x="8525" y="1570"/>
                      <a:pt x="7977" y="28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6"/>
              <p:cNvSpPr/>
              <p:nvPr/>
            </p:nvSpPr>
            <p:spPr>
              <a:xfrm>
                <a:off x="3960717" y="796963"/>
                <a:ext cx="124451" cy="106891"/>
              </a:xfrm>
              <a:custGeom>
                <a:avLst/>
                <a:gdLst/>
                <a:ahLst/>
                <a:cxnLst/>
                <a:rect l="l" t="t" r="r" b="b"/>
                <a:pathLst>
                  <a:path w="2849" h="2447" extrusionOk="0">
                    <a:moveTo>
                      <a:pt x="1516" y="19"/>
                    </a:moveTo>
                    <a:cubicBezTo>
                      <a:pt x="2848" y="55"/>
                      <a:pt x="2319" y="2446"/>
                      <a:pt x="1004" y="1935"/>
                    </a:cubicBezTo>
                    <a:cubicBezTo>
                      <a:pt x="0" y="1552"/>
                      <a:pt x="585" y="0"/>
                      <a:pt x="1516" y="1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6"/>
              <p:cNvSpPr/>
              <p:nvPr/>
            </p:nvSpPr>
            <p:spPr>
              <a:xfrm>
                <a:off x="3015791" y="723578"/>
                <a:ext cx="1337296" cy="1547059"/>
              </a:xfrm>
              <a:custGeom>
                <a:avLst/>
                <a:gdLst/>
                <a:ahLst/>
                <a:cxnLst/>
                <a:rect l="l" t="t" r="r" b="b"/>
                <a:pathLst>
                  <a:path w="30614" h="35416" extrusionOk="0">
                    <a:moveTo>
                      <a:pt x="9274" y="4948"/>
                    </a:moveTo>
                    <a:cubicBezTo>
                      <a:pt x="9456" y="4473"/>
                      <a:pt x="9767" y="3761"/>
                      <a:pt x="10095" y="3068"/>
                    </a:cubicBezTo>
                    <a:cubicBezTo>
                      <a:pt x="10771" y="1644"/>
                      <a:pt x="11337" y="1"/>
                      <a:pt x="12614" y="56"/>
                    </a:cubicBezTo>
                    <a:cubicBezTo>
                      <a:pt x="13235" y="92"/>
                      <a:pt x="14075" y="402"/>
                      <a:pt x="14896" y="731"/>
                    </a:cubicBezTo>
                    <a:cubicBezTo>
                      <a:pt x="15718" y="1041"/>
                      <a:pt x="16466" y="1461"/>
                      <a:pt x="17215" y="1808"/>
                    </a:cubicBezTo>
                    <a:cubicBezTo>
                      <a:pt x="20482" y="3378"/>
                      <a:pt x="22837" y="4820"/>
                      <a:pt x="26233" y="6317"/>
                    </a:cubicBezTo>
                    <a:cubicBezTo>
                      <a:pt x="26981" y="6646"/>
                      <a:pt x="27748" y="7047"/>
                      <a:pt x="28478" y="7431"/>
                    </a:cubicBezTo>
                    <a:cubicBezTo>
                      <a:pt x="29482" y="7978"/>
                      <a:pt x="30559" y="8471"/>
                      <a:pt x="30596" y="9347"/>
                    </a:cubicBezTo>
                    <a:cubicBezTo>
                      <a:pt x="30614" y="9767"/>
                      <a:pt x="30267" y="10333"/>
                      <a:pt x="30048" y="10917"/>
                    </a:cubicBezTo>
                    <a:cubicBezTo>
                      <a:pt x="29811" y="11501"/>
                      <a:pt x="29500" y="12031"/>
                      <a:pt x="29281" y="12506"/>
                    </a:cubicBezTo>
                    <a:cubicBezTo>
                      <a:pt x="28734" y="13637"/>
                      <a:pt x="28223" y="14678"/>
                      <a:pt x="27766" y="15645"/>
                    </a:cubicBezTo>
                    <a:cubicBezTo>
                      <a:pt x="26653" y="17964"/>
                      <a:pt x="25813" y="19990"/>
                      <a:pt x="24845" y="22199"/>
                    </a:cubicBezTo>
                    <a:cubicBezTo>
                      <a:pt x="23933" y="24298"/>
                      <a:pt x="23056" y="26562"/>
                      <a:pt x="22016" y="28771"/>
                    </a:cubicBezTo>
                    <a:cubicBezTo>
                      <a:pt x="21121" y="30651"/>
                      <a:pt x="20263" y="33353"/>
                      <a:pt x="18876" y="34503"/>
                    </a:cubicBezTo>
                    <a:cubicBezTo>
                      <a:pt x="17762" y="35416"/>
                      <a:pt x="16247" y="34850"/>
                      <a:pt x="14458" y="34138"/>
                    </a:cubicBezTo>
                    <a:cubicBezTo>
                      <a:pt x="10935" y="32732"/>
                      <a:pt x="7886" y="31016"/>
                      <a:pt x="4637" y="29483"/>
                    </a:cubicBezTo>
                    <a:cubicBezTo>
                      <a:pt x="3870" y="29118"/>
                      <a:pt x="2958" y="28734"/>
                      <a:pt x="2154" y="28333"/>
                    </a:cubicBezTo>
                    <a:cubicBezTo>
                      <a:pt x="1223" y="27876"/>
                      <a:pt x="329" y="27347"/>
                      <a:pt x="164" y="26781"/>
                    </a:cubicBezTo>
                    <a:cubicBezTo>
                      <a:pt x="0" y="26233"/>
                      <a:pt x="457" y="25138"/>
                      <a:pt x="876" y="24207"/>
                    </a:cubicBezTo>
                    <a:cubicBezTo>
                      <a:pt x="1296" y="23221"/>
                      <a:pt x="1753" y="22308"/>
                      <a:pt x="2136" y="21487"/>
                    </a:cubicBezTo>
                    <a:cubicBezTo>
                      <a:pt x="4637" y="16138"/>
                      <a:pt x="6882" y="10406"/>
                      <a:pt x="9256" y="5003"/>
                    </a:cubicBezTo>
                    <a:cubicBezTo>
                      <a:pt x="9256" y="4984"/>
                      <a:pt x="9274" y="4966"/>
                      <a:pt x="9274" y="494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6"/>
              <p:cNvSpPr/>
              <p:nvPr/>
            </p:nvSpPr>
            <p:spPr>
              <a:xfrm>
                <a:off x="3142556" y="1637446"/>
                <a:ext cx="52681" cy="77362"/>
              </a:xfrm>
              <a:custGeom>
                <a:avLst/>
                <a:gdLst/>
                <a:ahLst/>
                <a:cxnLst/>
                <a:rect l="l" t="t" r="r" b="b"/>
                <a:pathLst>
                  <a:path w="1206" h="1771" extrusionOk="0">
                    <a:moveTo>
                      <a:pt x="1206" y="128"/>
                    </a:moveTo>
                    <a:cubicBezTo>
                      <a:pt x="1206" y="420"/>
                      <a:pt x="950" y="876"/>
                      <a:pt x="658" y="1296"/>
                    </a:cubicBezTo>
                    <a:cubicBezTo>
                      <a:pt x="548" y="1479"/>
                      <a:pt x="348" y="1771"/>
                      <a:pt x="165" y="1680"/>
                    </a:cubicBezTo>
                    <a:cubicBezTo>
                      <a:pt x="1" y="1588"/>
                      <a:pt x="129" y="1205"/>
                      <a:pt x="202" y="1077"/>
                    </a:cubicBezTo>
                    <a:cubicBezTo>
                      <a:pt x="384" y="676"/>
                      <a:pt x="640" y="310"/>
                      <a:pt x="968" y="18"/>
                    </a:cubicBezTo>
                    <a:cubicBezTo>
                      <a:pt x="1060" y="0"/>
                      <a:pt x="1151" y="55"/>
                      <a:pt x="1206" y="12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6"/>
              <p:cNvSpPr/>
              <p:nvPr/>
            </p:nvSpPr>
            <p:spPr>
              <a:xfrm>
                <a:off x="3168896" y="1703624"/>
                <a:ext cx="42285" cy="50279"/>
              </a:xfrm>
              <a:custGeom>
                <a:avLst/>
                <a:gdLst/>
                <a:ahLst/>
                <a:cxnLst/>
                <a:rect l="l" t="t" r="r" b="b"/>
                <a:pathLst>
                  <a:path w="968" h="1151" extrusionOk="0">
                    <a:moveTo>
                      <a:pt x="493" y="37"/>
                    </a:moveTo>
                    <a:cubicBezTo>
                      <a:pt x="968" y="165"/>
                      <a:pt x="493" y="1150"/>
                      <a:pt x="146" y="931"/>
                    </a:cubicBezTo>
                    <a:cubicBezTo>
                      <a:pt x="0" y="822"/>
                      <a:pt x="55" y="274"/>
                      <a:pt x="237" y="92"/>
                    </a:cubicBezTo>
                    <a:cubicBezTo>
                      <a:pt x="311" y="19"/>
                      <a:pt x="402" y="0"/>
                      <a:pt x="493"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6"/>
              <p:cNvSpPr/>
              <p:nvPr/>
            </p:nvSpPr>
            <p:spPr>
              <a:xfrm>
                <a:off x="3103504" y="1804092"/>
                <a:ext cx="27127" cy="50279"/>
              </a:xfrm>
              <a:custGeom>
                <a:avLst/>
                <a:gdLst/>
                <a:ahLst/>
                <a:cxnLst/>
                <a:rect l="l" t="t" r="r" b="b"/>
                <a:pathLst>
                  <a:path w="621" h="1151" extrusionOk="0">
                    <a:moveTo>
                      <a:pt x="384" y="37"/>
                    </a:moveTo>
                    <a:cubicBezTo>
                      <a:pt x="566" y="73"/>
                      <a:pt x="621" y="329"/>
                      <a:pt x="566" y="566"/>
                    </a:cubicBezTo>
                    <a:cubicBezTo>
                      <a:pt x="548" y="767"/>
                      <a:pt x="384" y="1150"/>
                      <a:pt x="183" y="1041"/>
                    </a:cubicBezTo>
                    <a:cubicBezTo>
                      <a:pt x="55" y="931"/>
                      <a:pt x="0" y="749"/>
                      <a:pt x="37" y="585"/>
                    </a:cubicBezTo>
                    <a:cubicBezTo>
                      <a:pt x="73" y="329"/>
                      <a:pt x="165" y="0"/>
                      <a:pt x="384"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6"/>
              <p:cNvSpPr/>
              <p:nvPr/>
            </p:nvSpPr>
            <p:spPr>
              <a:xfrm>
                <a:off x="3179249" y="887865"/>
                <a:ext cx="1011163" cy="1217693"/>
              </a:xfrm>
              <a:custGeom>
                <a:avLst/>
                <a:gdLst/>
                <a:ahLst/>
                <a:cxnLst/>
                <a:rect l="l" t="t" r="r" b="b"/>
                <a:pathLst>
                  <a:path w="23148" h="27876" extrusionOk="0">
                    <a:moveTo>
                      <a:pt x="7485" y="3962"/>
                    </a:moveTo>
                    <a:cubicBezTo>
                      <a:pt x="7631" y="3597"/>
                      <a:pt x="7887" y="3012"/>
                      <a:pt x="8161" y="2465"/>
                    </a:cubicBezTo>
                    <a:cubicBezTo>
                      <a:pt x="8690" y="1315"/>
                      <a:pt x="9146" y="0"/>
                      <a:pt x="10096" y="0"/>
                    </a:cubicBezTo>
                    <a:cubicBezTo>
                      <a:pt x="10570" y="0"/>
                      <a:pt x="11173" y="219"/>
                      <a:pt x="11757" y="457"/>
                    </a:cubicBezTo>
                    <a:cubicBezTo>
                      <a:pt x="12359" y="676"/>
                      <a:pt x="12907" y="986"/>
                      <a:pt x="13454" y="1260"/>
                    </a:cubicBezTo>
                    <a:cubicBezTo>
                      <a:pt x="15828" y="2392"/>
                      <a:pt x="17544" y="3469"/>
                      <a:pt x="20008" y="4564"/>
                    </a:cubicBezTo>
                    <a:cubicBezTo>
                      <a:pt x="20556" y="4801"/>
                      <a:pt x="21103" y="5093"/>
                      <a:pt x="21633" y="5386"/>
                    </a:cubicBezTo>
                    <a:cubicBezTo>
                      <a:pt x="22381" y="5787"/>
                      <a:pt x="23148" y="6134"/>
                      <a:pt x="23148" y="6846"/>
                    </a:cubicBezTo>
                    <a:cubicBezTo>
                      <a:pt x="23148" y="7175"/>
                      <a:pt x="22874" y="7631"/>
                      <a:pt x="22692" y="8106"/>
                    </a:cubicBezTo>
                    <a:cubicBezTo>
                      <a:pt x="22509" y="8580"/>
                      <a:pt x="22272" y="9000"/>
                      <a:pt x="22089" y="9383"/>
                    </a:cubicBezTo>
                    <a:cubicBezTo>
                      <a:pt x="21651" y="10296"/>
                      <a:pt x="21249" y="11136"/>
                      <a:pt x="20866" y="11921"/>
                    </a:cubicBezTo>
                    <a:cubicBezTo>
                      <a:pt x="19990" y="13783"/>
                      <a:pt x="19314" y="15426"/>
                      <a:pt x="18529" y="17197"/>
                    </a:cubicBezTo>
                    <a:cubicBezTo>
                      <a:pt x="17781" y="18894"/>
                      <a:pt x="17087" y="20720"/>
                      <a:pt x="16248" y="22491"/>
                    </a:cubicBezTo>
                    <a:cubicBezTo>
                      <a:pt x="15536" y="24006"/>
                      <a:pt x="14805" y="26178"/>
                      <a:pt x="13747" y="27127"/>
                    </a:cubicBezTo>
                    <a:cubicBezTo>
                      <a:pt x="12907" y="27876"/>
                      <a:pt x="11793" y="27474"/>
                      <a:pt x="10479" y="26963"/>
                    </a:cubicBezTo>
                    <a:cubicBezTo>
                      <a:pt x="7923" y="25941"/>
                      <a:pt x="5714" y="24663"/>
                      <a:pt x="3341" y="23549"/>
                    </a:cubicBezTo>
                    <a:cubicBezTo>
                      <a:pt x="2775" y="23276"/>
                      <a:pt x="2118" y="23002"/>
                      <a:pt x="1534" y="22691"/>
                    </a:cubicBezTo>
                    <a:cubicBezTo>
                      <a:pt x="858" y="22363"/>
                      <a:pt x="201" y="21979"/>
                      <a:pt x="110" y="21541"/>
                    </a:cubicBezTo>
                    <a:cubicBezTo>
                      <a:pt x="0" y="21103"/>
                      <a:pt x="384" y="20227"/>
                      <a:pt x="712" y="19460"/>
                    </a:cubicBezTo>
                    <a:cubicBezTo>
                      <a:pt x="1041" y="18712"/>
                      <a:pt x="1406" y="17945"/>
                      <a:pt x="1716" y="17288"/>
                    </a:cubicBezTo>
                    <a:cubicBezTo>
                      <a:pt x="3725" y="12980"/>
                      <a:pt x="5550" y="8361"/>
                      <a:pt x="7467" y="3998"/>
                    </a:cubicBezTo>
                    <a:cubicBezTo>
                      <a:pt x="7467" y="3998"/>
                      <a:pt x="7485" y="3980"/>
                      <a:pt x="7485" y="396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6"/>
              <p:cNvSpPr/>
              <p:nvPr/>
            </p:nvSpPr>
            <p:spPr>
              <a:xfrm>
                <a:off x="3597109" y="954829"/>
                <a:ext cx="116458" cy="110080"/>
              </a:xfrm>
              <a:custGeom>
                <a:avLst/>
                <a:gdLst/>
                <a:ahLst/>
                <a:cxnLst/>
                <a:rect l="l" t="t" r="r" b="b"/>
                <a:pathLst>
                  <a:path w="2666" h="2520" extrusionOk="0">
                    <a:moveTo>
                      <a:pt x="749" y="1297"/>
                    </a:moveTo>
                    <a:cubicBezTo>
                      <a:pt x="968" y="1133"/>
                      <a:pt x="1205" y="877"/>
                      <a:pt x="1461" y="658"/>
                    </a:cubicBezTo>
                    <a:cubicBezTo>
                      <a:pt x="1698" y="457"/>
                      <a:pt x="1972" y="147"/>
                      <a:pt x="2264" y="74"/>
                    </a:cubicBezTo>
                    <a:cubicBezTo>
                      <a:pt x="2410" y="19"/>
                      <a:pt x="2574" y="110"/>
                      <a:pt x="2629" y="256"/>
                    </a:cubicBezTo>
                    <a:cubicBezTo>
                      <a:pt x="2665" y="585"/>
                      <a:pt x="1972" y="1187"/>
                      <a:pt x="1826" y="1370"/>
                    </a:cubicBezTo>
                    <a:cubicBezTo>
                      <a:pt x="1552" y="1717"/>
                      <a:pt x="1260" y="2045"/>
                      <a:pt x="931" y="2337"/>
                    </a:cubicBezTo>
                    <a:cubicBezTo>
                      <a:pt x="785" y="2447"/>
                      <a:pt x="621" y="2502"/>
                      <a:pt x="457" y="2520"/>
                    </a:cubicBezTo>
                    <a:cubicBezTo>
                      <a:pt x="0" y="2465"/>
                      <a:pt x="0" y="1498"/>
                      <a:pt x="0" y="950"/>
                    </a:cubicBezTo>
                    <a:cubicBezTo>
                      <a:pt x="0" y="640"/>
                      <a:pt x="37" y="19"/>
                      <a:pt x="329" y="1"/>
                    </a:cubicBezTo>
                    <a:cubicBezTo>
                      <a:pt x="749" y="1"/>
                      <a:pt x="712" y="877"/>
                      <a:pt x="749" y="12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p:cNvSpPr/>
              <p:nvPr/>
            </p:nvSpPr>
            <p:spPr>
              <a:xfrm>
                <a:off x="3444004" y="1271436"/>
                <a:ext cx="116458" cy="110080"/>
              </a:xfrm>
              <a:custGeom>
                <a:avLst/>
                <a:gdLst/>
                <a:ahLst/>
                <a:cxnLst/>
                <a:rect l="l" t="t" r="r" b="b"/>
                <a:pathLst>
                  <a:path w="2666" h="2520" extrusionOk="0">
                    <a:moveTo>
                      <a:pt x="749" y="1278"/>
                    </a:moveTo>
                    <a:cubicBezTo>
                      <a:pt x="968" y="1114"/>
                      <a:pt x="1205" y="876"/>
                      <a:pt x="1461" y="639"/>
                    </a:cubicBezTo>
                    <a:cubicBezTo>
                      <a:pt x="1698" y="456"/>
                      <a:pt x="1972" y="146"/>
                      <a:pt x="2264" y="55"/>
                    </a:cubicBezTo>
                    <a:cubicBezTo>
                      <a:pt x="2410" y="18"/>
                      <a:pt x="2574" y="110"/>
                      <a:pt x="2611" y="256"/>
                    </a:cubicBezTo>
                    <a:cubicBezTo>
                      <a:pt x="2665" y="566"/>
                      <a:pt x="1972" y="1187"/>
                      <a:pt x="1826" y="1351"/>
                    </a:cubicBezTo>
                    <a:cubicBezTo>
                      <a:pt x="1552" y="1716"/>
                      <a:pt x="1260" y="2026"/>
                      <a:pt x="931" y="2318"/>
                    </a:cubicBezTo>
                    <a:cubicBezTo>
                      <a:pt x="785" y="2428"/>
                      <a:pt x="621" y="2501"/>
                      <a:pt x="457" y="2519"/>
                    </a:cubicBezTo>
                    <a:cubicBezTo>
                      <a:pt x="0" y="2464"/>
                      <a:pt x="0" y="1497"/>
                      <a:pt x="0" y="949"/>
                    </a:cubicBezTo>
                    <a:cubicBezTo>
                      <a:pt x="0" y="639"/>
                      <a:pt x="37" y="18"/>
                      <a:pt x="329" y="0"/>
                    </a:cubicBezTo>
                    <a:cubicBezTo>
                      <a:pt x="749" y="0"/>
                      <a:pt x="712" y="876"/>
                      <a:pt x="749" y="127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p:cNvSpPr/>
              <p:nvPr/>
            </p:nvSpPr>
            <p:spPr>
              <a:xfrm>
                <a:off x="3500616" y="1122306"/>
                <a:ext cx="126810" cy="106105"/>
              </a:xfrm>
              <a:custGeom>
                <a:avLst/>
                <a:gdLst/>
                <a:ahLst/>
                <a:cxnLst/>
                <a:rect l="l" t="t" r="r" b="b"/>
                <a:pathLst>
                  <a:path w="2903" h="2429" extrusionOk="0">
                    <a:moveTo>
                      <a:pt x="621" y="1406"/>
                    </a:moveTo>
                    <a:cubicBezTo>
                      <a:pt x="895" y="1223"/>
                      <a:pt x="1187" y="931"/>
                      <a:pt x="1534" y="676"/>
                    </a:cubicBezTo>
                    <a:cubicBezTo>
                      <a:pt x="1881" y="420"/>
                      <a:pt x="2209" y="128"/>
                      <a:pt x="2574" y="19"/>
                    </a:cubicBezTo>
                    <a:cubicBezTo>
                      <a:pt x="2702" y="0"/>
                      <a:pt x="2830" y="92"/>
                      <a:pt x="2866" y="219"/>
                    </a:cubicBezTo>
                    <a:cubicBezTo>
                      <a:pt x="2903" y="457"/>
                      <a:pt x="2465" y="785"/>
                      <a:pt x="2373" y="877"/>
                    </a:cubicBezTo>
                    <a:cubicBezTo>
                      <a:pt x="1990" y="1242"/>
                      <a:pt x="1570" y="1570"/>
                      <a:pt x="1150" y="1899"/>
                    </a:cubicBezTo>
                    <a:cubicBezTo>
                      <a:pt x="877" y="2100"/>
                      <a:pt x="365" y="2428"/>
                      <a:pt x="128" y="2008"/>
                    </a:cubicBezTo>
                    <a:cubicBezTo>
                      <a:pt x="0" y="1789"/>
                      <a:pt x="37" y="1260"/>
                      <a:pt x="73" y="895"/>
                    </a:cubicBezTo>
                    <a:cubicBezTo>
                      <a:pt x="110" y="548"/>
                      <a:pt x="219" y="219"/>
                      <a:pt x="457" y="292"/>
                    </a:cubicBezTo>
                    <a:cubicBezTo>
                      <a:pt x="712" y="365"/>
                      <a:pt x="603" y="1041"/>
                      <a:pt x="621"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p:cNvSpPr/>
              <p:nvPr/>
            </p:nvSpPr>
            <p:spPr>
              <a:xfrm>
                <a:off x="3293258" y="1576029"/>
                <a:ext cx="126068" cy="106105"/>
              </a:xfrm>
              <a:custGeom>
                <a:avLst/>
                <a:gdLst/>
                <a:ahLst/>
                <a:cxnLst/>
                <a:rect l="l" t="t" r="r" b="b"/>
                <a:pathLst>
                  <a:path w="2886" h="2429" extrusionOk="0">
                    <a:moveTo>
                      <a:pt x="603" y="1406"/>
                    </a:moveTo>
                    <a:cubicBezTo>
                      <a:pt x="877" y="1224"/>
                      <a:pt x="1188" y="913"/>
                      <a:pt x="1516" y="676"/>
                    </a:cubicBezTo>
                    <a:cubicBezTo>
                      <a:pt x="1863" y="420"/>
                      <a:pt x="2192" y="110"/>
                      <a:pt x="2557" y="19"/>
                    </a:cubicBezTo>
                    <a:cubicBezTo>
                      <a:pt x="2684" y="0"/>
                      <a:pt x="2812" y="73"/>
                      <a:pt x="2867" y="220"/>
                    </a:cubicBezTo>
                    <a:cubicBezTo>
                      <a:pt x="2885" y="457"/>
                      <a:pt x="2465" y="785"/>
                      <a:pt x="2374" y="858"/>
                    </a:cubicBezTo>
                    <a:cubicBezTo>
                      <a:pt x="1973" y="1224"/>
                      <a:pt x="1571" y="1570"/>
                      <a:pt x="1133" y="1899"/>
                    </a:cubicBezTo>
                    <a:cubicBezTo>
                      <a:pt x="859" y="2100"/>
                      <a:pt x="366" y="2428"/>
                      <a:pt x="129" y="2009"/>
                    </a:cubicBezTo>
                    <a:cubicBezTo>
                      <a:pt x="1" y="1771"/>
                      <a:pt x="19" y="1260"/>
                      <a:pt x="74" y="895"/>
                    </a:cubicBezTo>
                    <a:cubicBezTo>
                      <a:pt x="110" y="548"/>
                      <a:pt x="202" y="220"/>
                      <a:pt x="457" y="293"/>
                    </a:cubicBezTo>
                    <a:cubicBezTo>
                      <a:pt x="713" y="384"/>
                      <a:pt x="603" y="1041"/>
                      <a:pt x="603"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6"/>
              <p:cNvSpPr/>
              <p:nvPr/>
            </p:nvSpPr>
            <p:spPr>
              <a:xfrm>
                <a:off x="3350700" y="1440484"/>
                <a:ext cx="110866" cy="104489"/>
              </a:xfrm>
              <a:custGeom>
                <a:avLst/>
                <a:gdLst/>
                <a:ahLst/>
                <a:cxnLst/>
                <a:rect l="l" t="t" r="r" b="b"/>
                <a:pathLst>
                  <a:path w="2538" h="2392" extrusionOk="0">
                    <a:moveTo>
                      <a:pt x="1716" y="0"/>
                    </a:moveTo>
                    <a:cubicBezTo>
                      <a:pt x="1534" y="0"/>
                      <a:pt x="1406" y="256"/>
                      <a:pt x="1278" y="511"/>
                    </a:cubicBezTo>
                    <a:lnTo>
                      <a:pt x="1223" y="621"/>
                    </a:lnTo>
                    <a:cubicBezTo>
                      <a:pt x="1187" y="676"/>
                      <a:pt x="1150" y="749"/>
                      <a:pt x="1114" y="822"/>
                    </a:cubicBezTo>
                    <a:lnTo>
                      <a:pt x="1041" y="785"/>
                    </a:lnTo>
                    <a:lnTo>
                      <a:pt x="895" y="730"/>
                    </a:lnTo>
                    <a:cubicBezTo>
                      <a:pt x="712" y="657"/>
                      <a:pt x="530" y="603"/>
                      <a:pt x="329" y="584"/>
                    </a:cubicBezTo>
                    <a:cubicBezTo>
                      <a:pt x="128" y="584"/>
                      <a:pt x="73" y="676"/>
                      <a:pt x="55" y="749"/>
                    </a:cubicBezTo>
                    <a:cubicBezTo>
                      <a:pt x="0" y="986"/>
                      <a:pt x="365" y="1205"/>
                      <a:pt x="840" y="1406"/>
                    </a:cubicBezTo>
                    <a:cubicBezTo>
                      <a:pt x="822" y="1461"/>
                      <a:pt x="804" y="1497"/>
                      <a:pt x="785" y="1552"/>
                    </a:cubicBezTo>
                    <a:cubicBezTo>
                      <a:pt x="658" y="1826"/>
                      <a:pt x="548" y="2118"/>
                      <a:pt x="621" y="2282"/>
                    </a:cubicBezTo>
                    <a:cubicBezTo>
                      <a:pt x="639" y="2337"/>
                      <a:pt x="694" y="2373"/>
                      <a:pt x="767" y="2392"/>
                    </a:cubicBezTo>
                    <a:lnTo>
                      <a:pt x="804" y="2392"/>
                    </a:lnTo>
                    <a:cubicBezTo>
                      <a:pt x="1023" y="2392"/>
                      <a:pt x="1242" y="2045"/>
                      <a:pt x="1461" y="1625"/>
                    </a:cubicBezTo>
                    <a:cubicBezTo>
                      <a:pt x="1607" y="1661"/>
                      <a:pt x="1753" y="1698"/>
                      <a:pt x="1881" y="1734"/>
                    </a:cubicBezTo>
                    <a:cubicBezTo>
                      <a:pt x="1972" y="1771"/>
                      <a:pt x="2081" y="1789"/>
                      <a:pt x="2191" y="1807"/>
                    </a:cubicBezTo>
                    <a:cubicBezTo>
                      <a:pt x="2392" y="1807"/>
                      <a:pt x="2465" y="1716"/>
                      <a:pt x="2501" y="1643"/>
                    </a:cubicBezTo>
                    <a:cubicBezTo>
                      <a:pt x="2538" y="1424"/>
                      <a:pt x="2246" y="1296"/>
                      <a:pt x="1972" y="1168"/>
                    </a:cubicBezTo>
                    <a:lnTo>
                      <a:pt x="1862" y="1132"/>
                    </a:lnTo>
                    <a:cubicBezTo>
                      <a:pt x="1808" y="1095"/>
                      <a:pt x="1753" y="1077"/>
                      <a:pt x="1698" y="1041"/>
                    </a:cubicBezTo>
                    <a:cubicBezTo>
                      <a:pt x="1753" y="895"/>
                      <a:pt x="1808" y="749"/>
                      <a:pt x="1844" y="621"/>
                    </a:cubicBezTo>
                    <a:cubicBezTo>
                      <a:pt x="1899" y="493"/>
                      <a:pt x="2027" y="91"/>
                      <a:pt x="17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p:cNvSpPr/>
              <p:nvPr/>
            </p:nvSpPr>
            <p:spPr>
              <a:xfrm>
                <a:off x="3698364" y="1017032"/>
                <a:ext cx="429879" cy="256023"/>
              </a:xfrm>
              <a:custGeom>
                <a:avLst/>
                <a:gdLst/>
                <a:ahLst/>
                <a:cxnLst/>
                <a:rect l="l" t="t" r="r" b="b"/>
                <a:pathLst>
                  <a:path w="9841" h="5861" extrusionOk="0">
                    <a:moveTo>
                      <a:pt x="475" y="1"/>
                    </a:moveTo>
                    <a:lnTo>
                      <a:pt x="1" y="986"/>
                    </a:lnTo>
                    <a:cubicBezTo>
                      <a:pt x="201" y="1096"/>
                      <a:pt x="402" y="1187"/>
                      <a:pt x="585" y="1279"/>
                    </a:cubicBezTo>
                    <a:cubicBezTo>
                      <a:pt x="3195" y="2556"/>
                      <a:pt x="5696" y="4017"/>
                      <a:pt x="8215" y="5313"/>
                    </a:cubicBezTo>
                    <a:cubicBezTo>
                      <a:pt x="8544" y="5477"/>
                      <a:pt x="8946" y="5714"/>
                      <a:pt x="9274" y="5861"/>
                    </a:cubicBezTo>
                    <a:cubicBezTo>
                      <a:pt x="9438" y="5550"/>
                      <a:pt x="9621" y="5240"/>
                      <a:pt x="9767" y="4893"/>
                    </a:cubicBezTo>
                    <a:cubicBezTo>
                      <a:pt x="9804" y="4856"/>
                      <a:pt x="9822" y="4802"/>
                      <a:pt x="9840" y="4747"/>
                    </a:cubicBezTo>
                    <a:cubicBezTo>
                      <a:pt x="9493" y="4546"/>
                      <a:pt x="9128" y="4364"/>
                      <a:pt x="8781" y="4199"/>
                    </a:cubicBezTo>
                    <a:cubicBezTo>
                      <a:pt x="7193" y="3341"/>
                      <a:pt x="5787" y="2593"/>
                      <a:pt x="4163" y="1790"/>
                    </a:cubicBezTo>
                    <a:cubicBezTo>
                      <a:pt x="3177" y="1297"/>
                      <a:pt x="2155" y="840"/>
                      <a:pt x="1096" y="311"/>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6"/>
              <p:cNvSpPr/>
              <p:nvPr/>
            </p:nvSpPr>
            <p:spPr>
              <a:xfrm>
                <a:off x="3646513" y="1121519"/>
                <a:ext cx="427477" cy="253621"/>
              </a:xfrm>
              <a:custGeom>
                <a:avLst/>
                <a:gdLst/>
                <a:ahLst/>
                <a:cxnLst/>
                <a:rect l="l" t="t" r="r" b="b"/>
                <a:pathLst>
                  <a:path w="9786" h="5806" extrusionOk="0">
                    <a:moveTo>
                      <a:pt x="494" y="0"/>
                    </a:moveTo>
                    <a:lnTo>
                      <a:pt x="1" y="986"/>
                    </a:lnTo>
                    <a:lnTo>
                      <a:pt x="220" y="1095"/>
                    </a:lnTo>
                    <a:cubicBezTo>
                      <a:pt x="2812" y="2373"/>
                      <a:pt x="5313" y="3815"/>
                      <a:pt x="7832" y="5130"/>
                    </a:cubicBezTo>
                    <a:cubicBezTo>
                      <a:pt x="8325" y="5385"/>
                      <a:pt x="8982" y="5787"/>
                      <a:pt x="9293" y="5805"/>
                    </a:cubicBezTo>
                    <a:cubicBezTo>
                      <a:pt x="9457" y="5458"/>
                      <a:pt x="9621" y="5093"/>
                      <a:pt x="9786" y="4728"/>
                    </a:cubicBezTo>
                    <a:cubicBezTo>
                      <a:pt x="9366" y="4454"/>
                      <a:pt x="8873" y="4235"/>
                      <a:pt x="8417" y="3998"/>
                    </a:cubicBezTo>
                    <a:cubicBezTo>
                      <a:pt x="6828" y="3158"/>
                      <a:pt x="5404" y="2410"/>
                      <a:pt x="3780" y="1588"/>
                    </a:cubicBezTo>
                    <a:cubicBezTo>
                      <a:pt x="2794" y="1114"/>
                      <a:pt x="1790" y="639"/>
                      <a:pt x="713" y="110"/>
                    </a:cubicBezTo>
                    <a:lnTo>
                      <a:pt x="4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6"/>
              <p:cNvSpPr/>
              <p:nvPr/>
            </p:nvSpPr>
            <p:spPr>
              <a:xfrm>
                <a:off x="3596279" y="1223560"/>
                <a:ext cx="428263" cy="253621"/>
              </a:xfrm>
              <a:custGeom>
                <a:avLst/>
                <a:gdLst/>
                <a:ahLst/>
                <a:cxnLst/>
                <a:rect l="l" t="t" r="r" b="b"/>
                <a:pathLst>
                  <a:path w="9804" h="5806" extrusionOk="0">
                    <a:moveTo>
                      <a:pt x="494" y="1"/>
                    </a:moveTo>
                    <a:lnTo>
                      <a:pt x="1" y="968"/>
                    </a:lnTo>
                    <a:cubicBezTo>
                      <a:pt x="293" y="1114"/>
                      <a:pt x="567" y="1260"/>
                      <a:pt x="822" y="1388"/>
                    </a:cubicBezTo>
                    <a:cubicBezTo>
                      <a:pt x="3415" y="2648"/>
                      <a:pt x="5934" y="4108"/>
                      <a:pt x="8435" y="5404"/>
                    </a:cubicBezTo>
                    <a:cubicBezTo>
                      <a:pt x="8672" y="5532"/>
                      <a:pt x="8909" y="5678"/>
                      <a:pt x="9165" y="5806"/>
                    </a:cubicBezTo>
                    <a:cubicBezTo>
                      <a:pt x="9384" y="5441"/>
                      <a:pt x="9585" y="5057"/>
                      <a:pt x="9804" y="4692"/>
                    </a:cubicBezTo>
                    <a:cubicBezTo>
                      <a:pt x="9530" y="4546"/>
                      <a:pt x="9274" y="4418"/>
                      <a:pt x="9019" y="4291"/>
                    </a:cubicBezTo>
                    <a:cubicBezTo>
                      <a:pt x="7431" y="3451"/>
                      <a:pt x="6007" y="2684"/>
                      <a:pt x="4382" y="1881"/>
                    </a:cubicBezTo>
                    <a:cubicBezTo>
                      <a:pt x="3396" y="1406"/>
                      <a:pt x="2374" y="932"/>
                      <a:pt x="1315" y="402"/>
                    </a:cubicBezTo>
                    <a:cubicBezTo>
                      <a:pt x="1060" y="275"/>
                      <a:pt x="804" y="147"/>
                      <a:pt x="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6"/>
              <p:cNvSpPr/>
              <p:nvPr/>
            </p:nvSpPr>
            <p:spPr>
              <a:xfrm>
                <a:off x="3545259" y="1327217"/>
                <a:ext cx="420269" cy="249645"/>
              </a:xfrm>
              <a:custGeom>
                <a:avLst/>
                <a:gdLst/>
                <a:ahLst/>
                <a:cxnLst/>
                <a:rect l="l" t="t" r="r" b="b"/>
                <a:pathLst>
                  <a:path w="9621" h="5715" extrusionOk="0">
                    <a:moveTo>
                      <a:pt x="493" y="1"/>
                    </a:moveTo>
                    <a:lnTo>
                      <a:pt x="1" y="1005"/>
                    </a:lnTo>
                    <a:lnTo>
                      <a:pt x="420" y="1224"/>
                    </a:lnTo>
                    <a:cubicBezTo>
                      <a:pt x="3031" y="2484"/>
                      <a:pt x="5532" y="3944"/>
                      <a:pt x="8051" y="5240"/>
                    </a:cubicBezTo>
                    <a:cubicBezTo>
                      <a:pt x="8325" y="5386"/>
                      <a:pt x="8653" y="5587"/>
                      <a:pt x="8946" y="5715"/>
                    </a:cubicBezTo>
                    <a:lnTo>
                      <a:pt x="9621" y="4638"/>
                    </a:lnTo>
                    <a:cubicBezTo>
                      <a:pt x="9292" y="4455"/>
                      <a:pt x="8946" y="4291"/>
                      <a:pt x="8617" y="4127"/>
                    </a:cubicBezTo>
                    <a:cubicBezTo>
                      <a:pt x="7047" y="3269"/>
                      <a:pt x="5623" y="2520"/>
                      <a:pt x="3998" y="1717"/>
                    </a:cubicBezTo>
                    <a:cubicBezTo>
                      <a:pt x="3013" y="1224"/>
                      <a:pt x="1990" y="768"/>
                      <a:pt x="932" y="238"/>
                    </a:cubicBezTo>
                    <a:lnTo>
                      <a:pt x="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a:off x="3499830" y="1421308"/>
                <a:ext cx="425031" cy="253664"/>
              </a:xfrm>
              <a:custGeom>
                <a:avLst/>
                <a:gdLst/>
                <a:ahLst/>
                <a:cxnLst/>
                <a:rect l="l" t="t" r="r" b="b"/>
                <a:pathLst>
                  <a:path w="9730" h="5807" extrusionOk="0">
                    <a:moveTo>
                      <a:pt x="475" y="1"/>
                    </a:moveTo>
                    <a:lnTo>
                      <a:pt x="0" y="987"/>
                    </a:lnTo>
                    <a:lnTo>
                      <a:pt x="475" y="1224"/>
                    </a:lnTo>
                    <a:cubicBezTo>
                      <a:pt x="3067" y="2502"/>
                      <a:pt x="5586" y="3944"/>
                      <a:pt x="8087" y="5258"/>
                    </a:cubicBezTo>
                    <a:cubicBezTo>
                      <a:pt x="8434" y="5423"/>
                      <a:pt x="8835" y="5660"/>
                      <a:pt x="9146" y="5806"/>
                    </a:cubicBezTo>
                    <a:cubicBezTo>
                      <a:pt x="9328" y="5477"/>
                      <a:pt x="9511" y="5167"/>
                      <a:pt x="9657" y="4839"/>
                    </a:cubicBezTo>
                    <a:cubicBezTo>
                      <a:pt x="9693" y="4784"/>
                      <a:pt x="9712" y="4729"/>
                      <a:pt x="9730" y="4674"/>
                    </a:cubicBezTo>
                    <a:cubicBezTo>
                      <a:pt x="9383" y="4492"/>
                      <a:pt x="9018" y="4309"/>
                      <a:pt x="8671" y="4127"/>
                    </a:cubicBezTo>
                    <a:cubicBezTo>
                      <a:pt x="7083" y="3287"/>
                      <a:pt x="5659" y="2538"/>
                      <a:pt x="4034" y="1717"/>
                    </a:cubicBezTo>
                    <a:cubicBezTo>
                      <a:pt x="3049" y="1242"/>
                      <a:pt x="2045" y="768"/>
                      <a:pt x="986" y="238"/>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a:off x="3447979" y="1525795"/>
                <a:ext cx="422672" cy="251218"/>
              </a:xfrm>
              <a:custGeom>
                <a:avLst/>
                <a:gdLst/>
                <a:ahLst/>
                <a:cxnLst/>
                <a:rect l="l" t="t" r="r" b="b"/>
                <a:pathLst>
                  <a:path w="9676" h="5751" extrusionOk="0">
                    <a:moveTo>
                      <a:pt x="493" y="0"/>
                    </a:moveTo>
                    <a:lnTo>
                      <a:pt x="0" y="986"/>
                    </a:lnTo>
                    <a:lnTo>
                      <a:pt x="92" y="1041"/>
                    </a:lnTo>
                    <a:cubicBezTo>
                      <a:pt x="2702" y="2301"/>
                      <a:pt x="5221" y="3761"/>
                      <a:pt x="7722" y="5057"/>
                    </a:cubicBezTo>
                    <a:cubicBezTo>
                      <a:pt x="8215" y="5313"/>
                      <a:pt x="8872" y="5714"/>
                      <a:pt x="9183" y="5751"/>
                    </a:cubicBezTo>
                    <a:cubicBezTo>
                      <a:pt x="9347" y="5386"/>
                      <a:pt x="9511" y="5039"/>
                      <a:pt x="9676" y="4674"/>
                    </a:cubicBezTo>
                    <a:cubicBezTo>
                      <a:pt x="9256" y="4400"/>
                      <a:pt x="8763" y="4181"/>
                      <a:pt x="8307" y="3943"/>
                    </a:cubicBezTo>
                    <a:cubicBezTo>
                      <a:pt x="6718" y="3085"/>
                      <a:pt x="5294" y="2337"/>
                      <a:pt x="3670" y="1534"/>
                    </a:cubicBezTo>
                    <a:cubicBezTo>
                      <a:pt x="2684" y="1041"/>
                      <a:pt x="1662" y="585"/>
                      <a:pt x="603" y="55"/>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3398531" y="1627050"/>
                <a:ext cx="422672" cy="251262"/>
              </a:xfrm>
              <a:custGeom>
                <a:avLst/>
                <a:gdLst/>
                <a:ahLst/>
                <a:cxnLst/>
                <a:rect l="l" t="t" r="r" b="b"/>
                <a:pathLst>
                  <a:path w="9676" h="5752" extrusionOk="0">
                    <a:moveTo>
                      <a:pt x="475" y="1"/>
                    </a:moveTo>
                    <a:lnTo>
                      <a:pt x="1" y="987"/>
                    </a:lnTo>
                    <a:cubicBezTo>
                      <a:pt x="238" y="1114"/>
                      <a:pt x="475" y="1224"/>
                      <a:pt x="694" y="1333"/>
                    </a:cubicBezTo>
                    <a:cubicBezTo>
                      <a:pt x="3287" y="2611"/>
                      <a:pt x="5787" y="4072"/>
                      <a:pt x="8307" y="5368"/>
                    </a:cubicBezTo>
                    <a:cubicBezTo>
                      <a:pt x="8544" y="5477"/>
                      <a:pt x="8800" y="5623"/>
                      <a:pt x="9037" y="5751"/>
                    </a:cubicBezTo>
                    <a:cubicBezTo>
                      <a:pt x="9256" y="5386"/>
                      <a:pt x="9475" y="5021"/>
                      <a:pt x="9676" y="4638"/>
                    </a:cubicBezTo>
                    <a:cubicBezTo>
                      <a:pt x="9420" y="4510"/>
                      <a:pt x="9146" y="4382"/>
                      <a:pt x="8891" y="4254"/>
                    </a:cubicBezTo>
                    <a:cubicBezTo>
                      <a:pt x="7303" y="3396"/>
                      <a:pt x="5879" y="2648"/>
                      <a:pt x="4254" y="1845"/>
                    </a:cubicBezTo>
                    <a:cubicBezTo>
                      <a:pt x="3268" y="1352"/>
                      <a:pt x="2264" y="895"/>
                      <a:pt x="1187" y="366"/>
                    </a:cubicBezTo>
                    <a:cubicBezTo>
                      <a:pt x="968" y="238"/>
                      <a:pt x="731" y="129"/>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6"/>
              <p:cNvSpPr/>
              <p:nvPr/>
            </p:nvSpPr>
            <p:spPr>
              <a:xfrm>
                <a:off x="3346725" y="1731537"/>
                <a:ext cx="415464" cy="247243"/>
              </a:xfrm>
              <a:custGeom>
                <a:avLst/>
                <a:gdLst/>
                <a:ahLst/>
                <a:cxnLst/>
                <a:rect l="l" t="t" r="r" b="b"/>
                <a:pathLst>
                  <a:path w="9511" h="5660" extrusionOk="0">
                    <a:moveTo>
                      <a:pt x="493" y="0"/>
                    </a:moveTo>
                    <a:lnTo>
                      <a:pt x="0" y="1004"/>
                    </a:lnTo>
                    <a:lnTo>
                      <a:pt x="310" y="1150"/>
                    </a:lnTo>
                    <a:cubicBezTo>
                      <a:pt x="2921" y="2428"/>
                      <a:pt x="5422" y="3870"/>
                      <a:pt x="7941" y="5185"/>
                    </a:cubicBezTo>
                    <a:cubicBezTo>
                      <a:pt x="8215" y="5331"/>
                      <a:pt x="8543" y="5513"/>
                      <a:pt x="8836" y="5659"/>
                    </a:cubicBezTo>
                    <a:lnTo>
                      <a:pt x="9511" y="4564"/>
                    </a:lnTo>
                    <a:cubicBezTo>
                      <a:pt x="9182" y="4400"/>
                      <a:pt x="8836" y="4235"/>
                      <a:pt x="8507" y="4053"/>
                    </a:cubicBezTo>
                    <a:cubicBezTo>
                      <a:pt x="6919" y="3213"/>
                      <a:pt x="5513" y="2465"/>
                      <a:pt x="3888" y="1661"/>
                    </a:cubicBezTo>
                    <a:cubicBezTo>
                      <a:pt x="2903" y="1169"/>
                      <a:pt x="1880" y="712"/>
                      <a:pt x="822" y="164"/>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3114643" y="2036917"/>
                <a:ext cx="50279" cy="90161"/>
              </a:xfrm>
              <a:custGeom>
                <a:avLst/>
                <a:gdLst/>
                <a:ahLst/>
                <a:cxnLst/>
                <a:rect l="l" t="t" r="r" b="b"/>
                <a:pathLst>
                  <a:path w="1151" h="2064" extrusionOk="0">
                    <a:moveTo>
                      <a:pt x="1" y="1"/>
                    </a:moveTo>
                    <a:lnTo>
                      <a:pt x="256" y="1005"/>
                    </a:lnTo>
                    <a:cubicBezTo>
                      <a:pt x="329" y="1297"/>
                      <a:pt x="402" y="1589"/>
                      <a:pt x="457" y="1826"/>
                    </a:cubicBezTo>
                    <a:cubicBezTo>
                      <a:pt x="494" y="1899"/>
                      <a:pt x="512" y="2027"/>
                      <a:pt x="603" y="2064"/>
                    </a:cubicBezTo>
                    <a:lnTo>
                      <a:pt x="622" y="2064"/>
                    </a:lnTo>
                    <a:cubicBezTo>
                      <a:pt x="822" y="1461"/>
                      <a:pt x="950" y="804"/>
                      <a:pt x="1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p:cNvSpPr/>
              <p:nvPr/>
            </p:nvSpPr>
            <p:spPr>
              <a:xfrm>
                <a:off x="3089919" y="1912554"/>
                <a:ext cx="98155" cy="125238"/>
              </a:xfrm>
              <a:custGeom>
                <a:avLst/>
                <a:gdLst/>
                <a:ahLst/>
                <a:cxnLst/>
                <a:rect l="l" t="t" r="r" b="b"/>
                <a:pathLst>
                  <a:path w="2247" h="2867" extrusionOk="0">
                    <a:moveTo>
                      <a:pt x="1114" y="0"/>
                    </a:moveTo>
                    <a:cubicBezTo>
                      <a:pt x="968" y="0"/>
                      <a:pt x="804" y="0"/>
                      <a:pt x="658" y="18"/>
                    </a:cubicBezTo>
                    <a:cubicBezTo>
                      <a:pt x="494" y="18"/>
                      <a:pt x="330" y="55"/>
                      <a:pt x="183" y="110"/>
                    </a:cubicBezTo>
                    <a:cubicBezTo>
                      <a:pt x="74" y="256"/>
                      <a:pt x="1" y="438"/>
                      <a:pt x="1" y="639"/>
                    </a:cubicBezTo>
                    <a:cubicBezTo>
                      <a:pt x="37" y="822"/>
                      <a:pt x="92" y="1004"/>
                      <a:pt x="147" y="1168"/>
                    </a:cubicBezTo>
                    <a:cubicBezTo>
                      <a:pt x="293" y="1734"/>
                      <a:pt x="439" y="2300"/>
                      <a:pt x="585" y="2866"/>
                    </a:cubicBezTo>
                    <a:lnTo>
                      <a:pt x="1717" y="2848"/>
                    </a:lnTo>
                    <a:cubicBezTo>
                      <a:pt x="1717" y="2830"/>
                      <a:pt x="1735" y="2793"/>
                      <a:pt x="1735" y="2757"/>
                    </a:cubicBezTo>
                    <a:cubicBezTo>
                      <a:pt x="1863" y="2264"/>
                      <a:pt x="2009" y="1753"/>
                      <a:pt x="2137" y="1241"/>
                    </a:cubicBezTo>
                    <a:cubicBezTo>
                      <a:pt x="2192" y="1059"/>
                      <a:pt x="2228" y="895"/>
                      <a:pt x="2246" y="712"/>
                    </a:cubicBezTo>
                    <a:cubicBezTo>
                      <a:pt x="2173" y="511"/>
                      <a:pt x="2045" y="310"/>
                      <a:pt x="1918" y="146"/>
                    </a:cubicBezTo>
                    <a:cubicBezTo>
                      <a:pt x="1772" y="18"/>
                      <a:pt x="1352" y="0"/>
                      <a:pt x="11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a:off x="3089133" y="1313676"/>
                <a:ext cx="113269" cy="630819"/>
              </a:xfrm>
              <a:custGeom>
                <a:avLst/>
                <a:gdLst/>
                <a:ahLst/>
                <a:cxnLst/>
                <a:rect l="l" t="t" r="r" b="b"/>
                <a:pathLst>
                  <a:path w="2593" h="14441" extrusionOk="0">
                    <a:moveTo>
                      <a:pt x="1863" y="14002"/>
                    </a:moveTo>
                    <a:cubicBezTo>
                      <a:pt x="1735" y="14130"/>
                      <a:pt x="1607" y="14239"/>
                      <a:pt x="1461" y="14331"/>
                    </a:cubicBezTo>
                    <a:cubicBezTo>
                      <a:pt x="1352" y="14203"/>
                      <a:pt x="1242" y="14057"/>
                      <a:pt x="1151" y="13911"/>
                    </a:cubicBezTo>
                    <a:cubicBezTo>
                      <a:pt x="1023" y="13966"/>
                      <a:pt x="950" y="14203"/>
                      <a:pt x="767" y="14294"/>
                    </a:cubicBezTo>
                    <a:cubicBezTo>
                      <a:pt x="658" y="14166"/>
                      <a:pt x="548" y="14057"/>
                      <a:pt x="439" y="13929"/>
                    </a:cubicBezTo>
                    <a:cubicBezTo>
                      <a:pt x="274" y="14039"/>
                      <a:pt x="238" y="14294"/>
                      <a:pt x="55" y="14349"/>
                    </a:cubicBezTo>
                    <a:cubicBezTo>
                      <a:pt x="1" y="14057"/>
                      <a:pt x="1" y="13747"/>
                      <a:pt x="37" y="13455"/>
                    </a:cubicBezTo>
                    <a:cubicBezTo>
                      <a:pt x="165" y="9000"/>
                      <a:pt x="238" y="4473"/>
                      <a:pt x="384" y="1"/>
                    </a:cubicBezTo>
                    <a:cubicBezTo>
                      <a:pt x="1132" y="1"/>
                      <a:pt x="1844" y="19"/>
                      <a:pt x="2556" y="55"/>
                    </a:cubicBezTo>
                    <a:cubicBezTo>
                      <a:pt x="2593" y="183"/>
                      <a:pt x="2593" y="329"/>
                      <a:pt x="2575" y="475"/>
                    </a:cubicBezTo>
                    <a:cubicBezTo>
                      <a:pt x="2465" y="4747"/>
                      <a:pt x="2392" y="9146"/>
                      <a:pt x="2283" y="13455"/>
                    </a:cubicBezTo>
                    <a:cubicBezTo>
                      <a:pt x="2283" y="13783"/>
                      <a:pt x="2283" y="14112"/>
                      <a:pt x="2246" y="14422"/>
                    </a:cubicBezTo>
                    <a:cubicBezTo>
                      <a:pt x="2082" y="14440"/>
                      <a:pt x="1990" y="14130"/>
                      <a:pt x="1863" y="140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p:cNvSpPr/>
              <p:nvPr/>
            </p:nvSpPr>
            <p:spPr>
              <a:xfrm>
                <a:off x="3106693" y="1247498"/>
                <a:ext cx="98111" cy="75789"/>
              </a:xfrm>
              <a:custGeom>
                <a:avLst/>
                <a:gdLst/>
                <a:ahLst/>
                <a:cxnLst/>
                <a:rect l="l" t="t" r="r" b="b"/>
                <a:pathLst>
                  <a:path w="2246" h="1735" extrusionOk="0">
                    <a:moveTo>
                      <a:pt x="2173" y="1607"/>
                    </a:moveTo>
                    <a:cubicBezTo>
                      <a:pt x="1369" y="1735"/>
                      <a:pt x="730" y="1570"/>
                      <a:pt x="19" y="1534"/>
                    </a:cubicBezTo>
                    <a:cubicBezTo>
                      <a:pt x="0" y="1096"/>
                      <a:pt x="219" y="694"/>
                      <a:pt x="584" y="457"/>
                    </a:cubicBezTo>
                    <a:cubicBezTo>
                      <a:pt x="1388" y="0"/>
                      <a:pt x="2246" y="658"/>
                      <a:pt x="2173" y="16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6"/>
              <p:cNvSpPr/>
              <p:nvPr/>
            </p:nvSpPr>
            <p:spPr>
              <a:xfrm>
                <a:off x="3094724" y="1312890"/>
                <a:ext cx="115671" cy="97325"/>
              </a:xfrm>
              <a:custGeom>
                <a:avLst/>
                <a:gdLst/>
                <a:ahLst/>
                <a:cxnLst/>
                <a:rect l="l" t="t" r="r" b="b"/>
                <a:pathLst>
                  <a:path w="2648" h="2228" extrusionOk="0">
                    <a:moveTo>
                      <a:pt x="183" y="2191"/>
                    </a:moveTo>
                    <a:cubicBezTo>
                      <a:pt x="201" y="1990"/>
                      <a:pt x="165" y="1808"/>
                      <a:pt x="73" y="1643"/>
                    </a:cubicBezTo>
                    <a:cubicBezTo>
                      <a:pt x="73" y="1552"/>
                      <a:pt x="146" y="1479"/>
                      <a:pt x="183" y="1388"/>
                    </a:cubicBezTo>
                    <a:cubicBezTo>
                      <a:pt x="0" y="1169"/>
                      <a:pt x="201" y="1004"/>
                      <a:pt x="201" y="840"/>
                    </a:cubicBezTo>
                    <a:cubicBezTo>
                      <a:pt x="201" y="767"/>
                      <a:pt x="146" y="694"/>
                      <a:pt x="146" y="639"/>
                    </a:cubicBezTo>
                    <a:cubicBezTo>
                      <a:pt x="146" y="511"/>
                      <a:pt x="220" y="457"/>
                      <a:pt x="238" y="329"/>
                    </a:cubicBezTo>
                    <a:cubicBezTo>
                      <a:pt x="256" y="219"/>
                      <a:pt x="183" y="146"/>
                      <a:pt x="238" y="55"/>
                    </a:cubicBezTo>
                    <a:cubicBezTo>
                      <a:pt x="603" y="0"/>
                      <a:pt x="986" y="0"/>
                      <a:pt x="1370" y="55"/>
                    </a:cubicBezTo>
                    <a:cubicBezTo>
                      <a:pt x="1735" y="55"/>
                      <a:pt x="2100" y="73"/>
                      <a:pt x="2483" y="110"/>
                    </a:cubicBezTo>
                    <a:cubicBezTo>
                      <a:pt x="2647" y="329"/>
                      <a:pt x="2501" y="566"/>
                      <a:pt x="2501" y="767"/>
                    </a:cubicBezTo>
                    <a:cubicBezTo>
                      <a:pt x="2501" y="895"/>
                      <a:pt x="2556" y="1004"/>
                      <a:pt x="2556" y="1132"/>
                    </a:cubicBezTo>
                    <a:cubicBezTo>
                      <a:pt x="2556" y="1315"/>
                      <a:pt x="2392" y="1479"/>
                      <a:pt x="2556" y="1771"/>
                    </a:cubicBezTo>
                    <a:cubicBezTo>
                      <a:pt x="2520" y="1917"/>
                      <a:pt x="2374" y="2008"/>
                      <a:pt x="2410" y="2191"/>
                    </a:cubicBezTo>
                    <a:cubicBezTo>
                      <a:pt x="2392" y="2209"/>
                      <a:pt x="2374" y="2227"/>
                      <a:pt x="2374" y="2209"/>
                    </a:cubicBezTo>
                    <a:cubicBezTo>
                      <a:pt x="1643" y="2209"/>
                      <a:pt x="895" y="2227"/>
                      <a:pt x="183" y="21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p:cNvSpPr/>
              <p:nvPr/>
            </p:nvSpPr>
            <p:spPr>
              <a:xfrm>
                <a:off x="3700155" y="2273410"/>
                <a:ext cx="190456" cy="202818"/>
              </a:xfrm>
              <a:custGeom>
                <a:avLst/>
                <a:gdLst/>
                <a:ahLst/>
                <a:cxnLst/>
                <a:rect l="l" t="t" r="r" b="b"/>
                <a:pathLst>
                  <a:path w="4360" h="4643" extrusionOk="0">
                    <a:moveTo>
                      <a:pt x="3275" y="0"/>
                    </a:moveTo>
                    <a:cubicBezTo>
                      <a:pt x="3119" y="0"/>
                      <a:pt x="2971" y="73"/>
                      <a:pt x="2880" y="209"/>
                    </a:cubicBezTo>
                    <a:lnTo>
                      <a:pt x="1146" y="2765"/>
                    </a:lnTo>
                    <a:cubicBezTo>
                      <a:pt x="1128" y="2802"/>
                      <a:pt x="1110" y="2820"/>
                      <a:pt x="1091" y="2856"/>
                    </a:cubicBezTo>
                    <a:lnTo>
                      <a:pt x="562" y="2510"/>
                    </a:lnTo>
                    <a:cubicBezTo>
                      <a:pt x="506" y="2464"/>
                      <a:pt x="448" y="2445"/>
                      <a:pt x="394" y="2445"/>
                    </a:cubicBezTo>
                    <a:cubicBezTo>
                      <a:pt x="167" y="2445"/>
                      <a:pt x="1" y="2786"/>
                      <a:pt x="252" y="2948"/>
                    </a:cubicBezTo>
                    <a:lnTo>
                      <a:pt x="252" y="2929"/>
                    </a:lnTo>
                    <a:lnTo>
                      <a:pt x="2680" y="4591"/>
                    </a:lnTo>
                    <a:cubicBezTo>
                      <a:pt x="2732" y="4627"/>
                      <a:pt x="2785" y="4642"/>
                      <a:pt x="2835" y="4642"/>
                    </a:cubicBezTo>
                    <a:cubicBezTo>
                      <a:pt x="3063" y="4642"/>
                      <a:pt x="3230" y="4317"/>
                      <a:pt x="2990" y="4153"/>
                    </a:cubicBezTo>
                    <a:lnTo>
                      <a:pt x="2406" y="3751"/>
                    </a:lnTo>
                    <a:cubicBezTo>
                      <a:pt x="2442" y="3714"/>
                      <a:pt x="2460" y="3696"/>
                      <a:pt x="2479" y="3660"/>
                    </a:cubicBezTo>
                    <a:lnTo>
                      <a:pt x="4213" y="1122"/>
                    </a:lnTo>
                    <a:cubicBezTo>
                      <a:pt x="4359" y="903"/>
                      <a:pt x="4304" y="593"/>
                      <a:pt x="4085" y="429"/>
                    </a:cubicBezTo>
                    <a:lnTo>
                      <a:pt x="3556" y="82"/>
                    </a:lnTo>
                    <a:cubicBezTo>
                      <a:pt x="3466" y="27"/>
                      <a:pt x="3369" y="0"/>
                      <a:pt x="3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a:off x="3749908" y="2207494"/>
                <a:ext cx="231211" cy="160140"/>
              </a:xfrm>
              <a:custGeom>
                <a:avLst/>
                <a:gdLst/>
                <a:ahLst/>
                <a:cxnLst/>
                <a:rect l="l" t="t" r="r" b="b"/>
                <a:pathLst>
                  <a:path w="5293" h="3666" extrusionOk="0">
                    <a:moveTo>
                      <a:pt x="571" y="1"/>
                    </a:moveTo>
                    <a:cubicBezTo>
                      <a:pt x="161" y="1"/>
                      <a:pt x="1" y="556"/>
                      <a:pt x="390" y="751"/>
                    </a:cubicBezTo>
                    <a:lnTo>
                      <a:pt x="2453" y="2157"/>
                    </a:lnTo>
                    <a:lnTo>
                      <a:pt x="4534" y="3562"/>
                    </a:lnTo>
                    <a:cubicBezTo>
                      <a:pt x="4615" y="3634"/>
                      <a:pt x="4705" y="3665"/>
                      <a:pt x="4792" y="3665"/>
                    </a:cubicBezTo>
                    <a:cubicBezTo>
                      <a:pt x="5057" y="3665"/>
                      <a:pt x="5293" y="3376"/>
                      <a:pt x="5155" y="3088"/>
                    </a:cubicBezTo>
                    <a:cubicBezTo>
                      <a:pt x="4443" y="1390"/>
                      <a:pt x="4133" y="897"/>
                      <a:pt x="3585" y="514"/>
                    </a:cubicBezTo>
                    <a:cubicBezTo>
                      <a:pt x="3019" y="130"/>
                      <a:pt x="2453" y="21"/>
                      <a:pt x="610" y="2"/>
                    </a:cubicBezTo>
                    <a:cubicBezTo>
                      <a:pt x="596" y="1"/>
                      <a:pt x="583"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a:off x="4239800" y="1559692"/>
                <a:ext cx="142798" cy="144676"/>
              </a:xfrm>
              <a:custGeom>
                <a:avLst/>
                <a:gdLst/>
                <a:ahLst/>
                <a:cxnLst/>
                <a:rect l="l" t="t" r="r" b="b"/>
                <a:pathLst>
                  <a:path w="3269" h="3312" extrusionOk="0">
                    <a:moveTo>
                      <a:pt x="1651" y="1"/>
                    </a:moveTo>
                    <a:cubicBezTo>
                      <a:pt x="1499" y="1"/>
                      <a:pt x="1351" y="74"/>
                      <a:pt x="1260" y="210"/>
                    </a:cubicBezTo>
                    <a:lnTo>
                      <a:pt x="165" y="1835"/>
                    </a:lnTo>
                    <a:cubicBezTo>
                      <a:pt x="1" y="2054"/>
                      <a:pt x="56" y="2346"/>
                      <a:pt x="293" y="2492"/>
                    </a:cubicBezTo>
                    <a:lnTo>
                      <a:pt x="1352" y="3222"/>
                    </a:lnTo>
                    <a:cubicBezTo>
                      <a:pt x="1433" y="3284"/>
                      <a:pt x="1525" y="3312"/>
                      <a:pt x="1617" y="3312"/>
                    </a:cubicBezTo>
                    <a:cubicBezTo>
                      <a:pt x="1771" y="3312"/>
                      <a:pt x="1924" y="3232"/>
                      <a:pt x="2027" y="3094"/>
                    </a:cubicBezTo>
                    <a:lnTo>
                      <a:pt x="3122" y="1488"/>
                    </a:lnTo>
                    <a:cubicBezTo>
                      <a:pt x="3268" y="1269"/>
                      <a:pt x="3214" y="959"/>
                      <a:pt x="2995" y="813"/>
                    </a:cubicBezTo>
                    <a:lnTo>
                      <a:pt x="1918" y="82"/>
                    </a:lnTo>
                    <a:cubicBezTo>
                      <a:pt x="1835" y="27"/>
                      <a:pt x="1742" y="1"/>
                      <a:pt x="1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a:off x="4317947" y="1518981"/>
                <a:ext cx="79808" cy="84831"/>
              </a:xfrm>
              <a:custGeom>
                <a:avLst/>
                <a:gdLst/>
                <a:ahLst/>
                <a:cxnLst/>
                <a:rect l="l" t="t" r="r" b="b"/>
                <a:pathLst>
                  <a:path w="1827" h="1942" extrusionOk="0">
                    <a:moveTo>
                      <a:pt x="1247" y="0"/>
                    </a:moveTo>
                    <a:cubicBezTo>
                      <a:pt x="1176" y="0"/>
                      <a:pt x="1103" y="24"/>
                      <a:pt x="1041" y="65"/>
                    </a:cubicBezTo>
                    <a:lnTo>
                      <a:pt x="1041" y="83"/>
                    </a:lnTo>
                    <a:lnTo>
                      <a:pt x="92" y="1014"/>
                    </a:lnTo>
                    <a:cubicBezTo>
                      <a:pt x="1" y="1160"/>
                      <a:pt x="37" y="1343"/>
                      <a:pt x="183" y="1434"/>
                    </a:cubicBezTo>
                    <a:lnTo>
                      <a:pt x="840" y="1891"/>
                    </a:lnTo>
                    <a:cubicBezTo>
                      <a:pt x="896" y="1925"/>
                      <a:pt x="956" y="1941"/>
                      <a:pt x="1015" y="1941"/>
                    </a:cubicBezTo>
                    <a:cubicBezTo>
                      <a:pt x="1111" y="1941"/>
                      <a:pt x="1204" y="1897"/>
                      <a:pt x="1260" y="1818"/>
                    </a:cubicBezTo>
                    <a:cubicBezTo>
                      <a:pt x="1260" y="1818"/>
                      <a:pt x="1790" y="613"/>
                      <a:pt x="1790" y="595"/>
                    </a:cubicBezTo>
                    <a:cubicBezTo>
                      <a:pt x="1826" y="467"/>
                      <a:pt x="1790" y="321"/>
                      <a:pt x="1680" y="248"/>
                    </a:cubicBezTo>
                    <a:lnTo>
                      <a:pt x="1406" y="47"/>
                    </a:lnTo>
                    <a:cubicBezTo>
                      <a:pt x="1358" y="15"/>
                      <a:pt x="1303" y="0"/>
                      <a:pt x="1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4378577" y="1317433"/>
                <a:ext cx="149787" cy="214787"/>
              </a:xfrm>
              <a:custGeom>
                <a:avLst/>
                <a:gdLst/>
                <a:ahLst/>
                <a:cxnLst/>
                <a:rect l="l" t="t" r="r" b="b"/>
                <a:pathLst>
                  <a:path w="3429" h="4917" extrusionOk="0">
                    <a:moveTo>
                      <a:pt x="3355" y="1"/>
                    </a:moveTo>
                    <a:cubicBezTo>
                      <a:pt x="3349" y="1"/>
                      <a:pt x="3344" y="2"/>
                      <a:pt x="3341" y="6"/>
                    </a:cubicBezTo>
                    <a:lnTo>
                      <a:pt x="0" y="4770"/>
                    </a:lnTo>
                    <a:lnTo>
                      <a:pt x="219" y="4916"/>
                    </a:lnTo>
                    <a:lnTo>
                      <a:pt x="3414" y="61"/>
                    </a:lnTo>
                    <a:cubicBezTo>
                      <a:pt x="3429" y="31"/>
                      <a:pt x="3383" y="1"/>
                      <a:pt x="33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6"/>
              <p:cNvSpPr/>
              <p:nvPr/>
            </p:nvSpPr>
            <p:spPr>
              <a:xfrm>
                <a:off x="4374559" y="1516971"/>
                <a:ext cx="23152" cy="16818"/>
              </a:xfrm>
              <a:custGeom>
                <a:avLst/>
                <a:gdLst/>
                <a:ahLst/>
                <a:cxnLst/>
                <a:rect l="l" t="t" r="r" b="b"/>
                <a:pathLst>
                  <a:path w="530" h="385" extrusionOk="0">
                    <a:moveTo>
                      <a:pt x="122" y="1"/>
                    </a:moveTo>
                    <a:cubicBezTo>
                      <a:pt x="84" y="1"/>
                      <a:pt x="49" y="21"/>
                      <a:pt x="37" y="56"/>
                    </a:cubicBezTo>
                    <a:cubicBezTo>
                      <a:pt x="1" y="93"/>
                      <a:pt x="1" y="166"/>
                      <a:pt x="56" y="202"/>
                    </a:cubicBezTo>
                    <a:lnTo>
                      <a:pt x="311" y="367"/>
                    </a:lnTo>
                    <a:cubicBezTo>
                      <a:pt x="334" y="379"/>
                      <a:pt x="355" y="385"/>
                      <a:pt x="376" y="385"/>
                    </a:cubicBezTo>
                    <a:cubicBezTo>
                      <a:pt x="471" y="385"/>
                      <a:pt x="529" y="263"/>
                      <a:pt x="439" y="202"/>
                    </a:cubicBezTo>
                    <a:lnTo>
                      <a:pt x="183" y="20"/>
                    </a:lnTo>
                    <a:cubicBezTo>
                      <a:pt x="164" y="7"/>
                      <a:pt x="142" y="1"/>
                      <a:pt x="122" y="1"/>
                    </a:cubicBezTo>
                    <a:close/>
                  </a:path>
                </a:pathLst>
              </a:custGeom>
              <a:solidFill>
                <a:srgbClr val="334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6"/>
              <p:cNvSpPr/>
              <p:nvPr/>
            </p:nvSpPr>
            <p:spPr>
              <a:xfrm>
                <a:off x="4221454" y="1665359"/>
                <a:ext cx="86972" cy="74173"/>
              </a:xfrm>
              <a:custGeom>
                <a:avLst/>
                <a:gdLst/>
                <a:ahLst/>
                <a:cxnLst/>
                <a:rect l="l" t="t" r="r" b="b"/>
                <a:pathLst>
                  <a:path w="1991" h="1698" extrusionOk="0">
                    <a:moveTo>
                      <a:pt x="457" y="0"/>
                    </a:moveTo>
                    <a:lnTo>
                      <a:pt x="1" y="657"/>
                    </a:lnTo>
                    <a:lnTo>
                      <a:pt x="1534" y="1698"/>
                    </a:lnTo>
                    <a:lnTo>
                      <a:pt x="1991" y="1041"/>
                    </a:lnTo>
                    <a:lnTo>
                      <a:pt x="4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6"/>
              <p:cNvSpPr/>
              <p:nvPr/>
            </p:nvSpPr>
            <p:spPr>
              <a:xfrm>
                <a:off x="4211101" y="1635218"/>
                <a:ext cx="136508" cy="95403"/>
              </a:xfrm>
              <a:custGeom>
                <a:avLst/>
                <a:gdLst/>
                <a:ahLst/>
                <a:cxnLst/>
                <a:rect l="l" t="t" r="r" b="b"/>
                <a:pathLst>
                  <a:path w="3125" h="2184" extrusionOk="0">
                    <a:moveTo>
                      <a:pt x="311" y="0"/>
                    </a:moveTo>
                    <a:cubicBezTo>
                      <a:pt x="225" y="0"/>
                      <a:pt x="137" y="45"/>
                      <a:pt x="92" y="124"/>
                    </a:cubicBezTo>
                    <a:cubicBezTo>
                      <a:pt x="1" y="234"/>
                      <a:pt x="37" y="398"/>
                      <a:pt x="165" y="489"/>
                    </a:cubicBezTo>
                    <a:lnTo>
                      <a:pt x="2593" y="2132"/>
                    </a:lnTo>
                    <a:cubicBezTo>
                      <a:pt x="2645" y="2168"/>
                      <a:pt x="2697" y="2184"/>
                      <a:pt x="2746" y="2184"/>
                    </a:cubicBezTo>
                    <a:cubicBezTo>
                      <a:pt x="2971" y="2184"/>
                      <a:pt x="3125" y="1859"/>
                      <a:pt x="2885" y="1694"/>
                    </a:cubicBezTo>
                    <a:lnTo>
                      <a:pt x="457" y="51"/>
                    </a:lnTo>
                    <a:cubicBezTo>
                      <a:pt x="416" y="17"/>
                      <a:pt x="364"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6"/>
              <p:cNvSpPr/>
              <p:nvPr/>
            </p:nvSpPr>
            <p:spPr>
              <a:xfrm>
                <a:off x="3833908" y="1676847"/>
                <a:ext cx="481687" cy="617714"/>
              </a:xfrm>
              <a:custGeom>
                <a:avLst/>
                <a:gdLst/>
                <a:ahLst/>
                <a:cxnLst/>
                <a:rect l="l" t="t" r="r" b="b"/>
                <a:pathLst>
                  <a:path w="11027" h="14141" extrusionOk="0">
                    <a:moveTo>
                      <a:pt x="8540" y="1"/>
                    </a:moveTo>
                    <a:cubicBezTo>
                      <a:pt x="8361" y="1"/>
                      <a:pt x="8183" y="89"/>
                      <a:pt x="8070" y="248"/>
                    </a:cubicBezTo>
                    <a:lnTo>
                      <a:pt x="1" y="12205"/>
                    </a:lnTo>
                    <a:lnTo>
                      <a:pt x="2776" y="14140"/>
                    </a:lnTo>
                    <a:lnTo>
                      <a:pt x="10863" y="2147"/>
                    </a:lnTo>
                    <a:cubicBezTo>
                      <a:pt x="11027" y="1873"/>
                      <a:pt x="10972" y="1526"/>
                      <a:pt x="10717" y="1362"/>
                    </a:cubicBezTo>
                    <a:lnTo>
                      <a:pt x="8855" y="102"/>
                    </a:lnTo>
                    <a:cubicBezTo>
                      <a:pt x="8758" y="33"/>
                      <a:pt x="8649" y="1"/>
                      <a:pt x="8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6"/>
              <p:cNvSpPr/>
              <p:nvPr/>
            </p:nvSpPr>
            <p:spPr>
              <a:xfrm>
                <a:off x="4091500" y="1676847"/>
                <a:ext cx="224091" cy="233352"/>
              </a:xfrm>
              <a:custGeom>
                <a:avLst/>
                <a:gdLst/>
                <a:ahLst/>
                <a:cxnLst/>
                <a:rect l="l" t="t" r="r" b="b"/>
                <a:pathLst>
                  <a:path w="5130" h="5342" extrusionOk="0">
                    <a:moveTo>
                      <a:pt x="2638" y="1"/>
                    </a:moveTo>
                    <a:cubicBezTo>
                      <a:pt x="2455" y="1"/>
                      <a:pt x="2275" y="89"/>
                      <a:pt x="2173" y="248"/>
                    </a:cubicBezTo>
                    <a:lnTo>
                      <a:pt x="0" y="3461"/>
                    </a:lnTo>
                    <a:lnTo>
                      <a:pt x="2812" y="5341"/>
                    </a:lnTo>
                    <a:lnTo>
                      <a:pt x="4966" y="2147"/>
                    </a:lnTo>
                    <a:cubicBezTo>
                      <a:pt x="5130" y="1891"/>
                      <a:pt x="5057" y="1544"/>
                      <a:pt x="4801" y="1362"/>
                    </a:cubicBezTo>
                    <a:lnTo>
                      <a:pt x="2958" y="102"/>
                    </a:lnTo>
                    <a:cubicBezTo>
                      <a:pt x="2861" y="33"/>
                      <a:pt x="2749" y="1"/>
                      <a:pt x="26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6"/>
              <p:cNvSpPr/>
              <p:nvPr/>
            </p:nvSpPr>
            <p:spPr>
              <a:xfrm>
                <a:off x="4235039" y="1772335"/>
                <a:ext cx="52681" cy="40581"/>
              </a:xfrm>
              <a:custGeom>
                <a:avLst/>
                <a:gdLst/>
                <a:ahLst/>
                <a:cxnLst/>
                <a:rect l="l" t="t" r="r" b="b"/>
                <a:pathLst>
                  <a:path w="1206" h="929" extrusionOk="0">
                    <a:moveTo>
                      <a:pt x="171" y="1"/>
                    </a:moveTo>
                    <a:cubicBezTo>
                      <a:pt x="122" y="1"/>
                      <a:pt x="76" y="20"/>
                      <a:pt x="55" y="52"/>
                    </a:cubicBezTo>
                    <a:cubicBezTo>
                      <a:pt x="0" y="125"/>
                      <a:pt x="18" y="235"/>
                      <a:pt x="91" y="289"/>
                    </a:cubicBezTo>
                    <a:lnTo>
                      <a:pt x="1022" y="928"/>
                    </a:lnTo>
                    <a:lnTo>
                      <a:pt x="1205" y="673"/>
                    </a:lnTo>
                    <a:lnTo>
                      <a:pt x="274" y="34"/>
                    </a:lnTo>
                    <a:cubicBezTo>
                      <a:pt x="243" y="11"/>
                      <a:pt x="206" y="1"/>
                      <a:pt x="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6"/>
              <p:cNvSpPr/>
              <p:nvPr/>
            </p:nvSpPr>
            <p:spPr>
              <a:xfrm>
                <a:off x="4193541" y="1833010"/>
                <a:ext cx="52681" cy="40494"/>
              </a:xfrm>
              <a:custGeom>
                <a:avLst/>
                <a:gdLst/>
                <a:ahLst/>
                <a:cxnLst/>
                <a:rect l="l" t="t" r="r" b="b"/>
                <a:pathLst>
                  <a:path w="1206" h="927" extrusionOk="0">
                    <a:moveTo>
                      <a:pt x="178" y="0"/>
                    </a:moveTo>
                    <a:cubicBezTo>
                      <a:pt x="127" y="0"/>
                      <a:pt x="78" y="24"/>
                      <a:pt x="56" y="69"/>
                    </a:cubicBezTo>
                    <a:cubicBezTo>
                      <a:pt x="1" y="142"/>
                      <a:pt x="19" y="233"/>
                      <a:pt x="92" y="288"/>
                    </a:cubicBezTo>
                    <a:lnTo>
                      <a:pt x="1041" y="927"/>
                    </a:lnTo>
                    <a:lnTo>
                      <a:pt x="1206" y="671"/>
                    </a:lnTo>
                    <a:lnTo>
                      <a:pt x="275" y="32"/>
                    </a:lnTo>
                    <a:cubicBezTo>
                      <a:pt x="246" y="10"/>
                      <a:pt x="211"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p:cNvSpPr/>
              <p:nvPr/>
            </p:nvSpPr>
            <p:spPr>
              <a:xfrm>
                <a:off x="4152087" y="1892854"/>
                <a:ext cx="52681" cy="41236"/>
              </a:xfrm>
              <a:custGeom>
                <a:avLst/>
                <a:gdLst/>
                <a:ahLst/>
                <a:cxnLst/>
                <a:rect l="l" t="t" r="r" b="b"/>
                <a:pathLst>
                  <a:path w="1206" h="944" extrusionOk="0">
                    <a:moveTo>
                      <a:pt x="183" y="0"/>
                    </a:moveTo>
                    <a:cubicBezTo>
                      <a:pt x="130" y="0"/>
                      <a:pt x="78" y="29"/>
                      <a:pt x="55" y="86"/>
                    </a:cubicBezTo>
                    <a:cubicBezTo>
                      <a:pt x="1" y="159"/>
                      <a:pt x="19" y="250"/>
                      <a:pt x="92" y="305"/>
                    </a:cubicBezTo>
                    <a:lnTo>
                      <a:pt x="1041" y="944"/>
                    </a:lnTo>
                    <a:lnTo>
                      <a:pt x="1206" y="688"/>
                    </a:lnTo>
                    <a:lnTo>
                      <a:pt x="275" y="31"/>
                    </a:lnTo>
                    <a:cubicBezTo>
                      <a:pt x="247" y="11"/>
                      <a:pt x="2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p:cNvSpPr/>
              <p:nvPr/>
            </p:nvSpPr>
            <p:spPr>
              <a:xfrm>
                <a:off x="4110633" y="1954227"/>
                <a:ext cx="53467" cy="41280"/>
              </a:xfrm>
              <a:custGeom>
                <a:avLst/>
                <a:gdLst/>
                <a:ahLst/>
                <a:cxnLst/>
                <a:rect l="l" t="t" r="r" b="b"/>
                <a:pathLst>
                  <a:path w="1224" h="945" extrusionOk="0">
                    <a:moveTo>
                      <a:pt x="183" y="0"/>
                    </a:moveTo>
                    <a:cubicBezTo>
                      <a:pt x="135" y="0"/>
                      <a:pt x="88" y="24"/>
                      <a:pt x="55" y="68"/>
                    </a:cubicBezTo>
                    <a:cubicBezTo>
                      <a:pt x="0" y="141"/>
                      <a:pt x="19" y="251"/>
                      <a:pt x="92" y="287"/>
                    </a:cubicBezTo>
                    <a:lnTo>
                      <a:pt x="1059" y="945"/>
                    </a:lnTo>
                    <a:lnTo>
                      <a:pt x="1224" y="689"/>
                    </a:lnTo>
                    <a:lnTo>
                      <a:pt x="274" y="32"/>
                    </a:lnTo>
                    <a:cubicBezTo>
                      <a:pt x="245" y="10"/>
                      <a:pt x="214"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6"/>
              <p:cNvSpPr/>
              <p:nvPr/>
            </p:nvSpPr>
            <p:spPr>
              <a:xfrm>
                <a:off x="4069179" y="2015556"/>
                <a:ext cx="54254" cy="41367"/>
              </a:xfrm>
              <a:custGeom>
                <a:avLst/>
                <a:gdLst/>
                <a:ahLst/>
                <a:cxnLst/>
                <a:rect l="l" t="t" r="r" b="b"/>
                <a:pathLst>
                  <a:path w="1242" h="947" extrusionOk="0">
                    <a:moveTo>
                      <a:pt x="177" y="0"/>
                    </a:moveTo>
                    <a:cubicBezTo>
                      <a:pt x="131" y="0"/>
                      <a:pt x="87" y="20"/>
                      <a:pt x="55" y="52"/>
                    </a:cubicBezTo>
                    <a:cubicBezTo>
                      <a:pt x="0" y="125"/>
                      <a:pt x="18" y="234"/>
                      <a:pt x="110" y="289"/>
                    </a:cubicBezTo>
                    <a:lnTo>
                      <a:pt x="1059" y="946"/>
                    </a:lnTo>
                    <a:lnTo>
                      <a:pt x="1241" y="672"/>
                    </a:lnTo>
                    <a:lnTo>
                      <a:pt x="274" y="34"/>
                    </a:lnTo>
                    <a:cubicBezTo>
                      <a:pt x="243" y="11"/>
                      <a:pt x="210"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6"/>
              <p:cNvSpPr/>
              <p:nvPr/>
            </p:nvSpPr>
            <p:spPr>
              <a:xfrm>
                <a:off x="4027681" y="2076143"/>
                <a:ext cx="54297" cy="41367"/>
              </a:xfrm>
              <a:custGeom>
                <a:avLst/>
                <a:gdLst/>
                <a:ahLst/>
                <a:cxnLst/>
                <a:rect l="l" t="t" r="r" b="b"/>
                <a:pathLst>
                  <a:path w="1243" h="947" extrusionOk="0">
                    <a:moveTo>
                      <a:pt x="185" y="1"/>
                    </a:moveTo>
                    <a:cubicBezTo>
                      <a:pt x="138" y="1"/>
                      <a:pt x="87" y="20"/>
                      <a:pt x="56" y="52"/>
                    </a:cubicBezTo>
                    <a:cubicBezTo>
                      <a:pt x="1" y="125"/>
                      <a:pt x="19" y="235"/>
                      <a:pt x="110" y="289"/>
                    </a:cubicBezTo>
                    <a:lnTo>
                      <a:pt x="1060" y="947"/>
                    </a:lnTo>
                    <a:lnTo>
                      <a:pt x="1242" y="691"/>
                    </a:lnTo>
                    <a:lnTo>
                      <a:pt x="275" y="34"/>
                    </a:lnTo>
                    <a:cubicBezTo>
                      <a:pt x="252" y="11"/>
                      <a:pt x="219"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6"/>
              <p:cNvSpPr/>
              <p:nvPr/>
            </p:nvSpPr>
            <p:spPr>
              <a:xfrm>
                <a:off x="3987013" y="2136817"/>
                <a:ext cx="53467" cy="41324"/>
              </a:xfrm>
              <a:custGeom>
                <a:avLst/>
                <a:gdLst/>
                <a:ahLst/>
                <a:cxnLst/>
                <a:rect l="l" t="t" r="r" b="b"/>
                <a:pathLst>
                  <a:path w="1224" h="946" extrusionOk="0">
                    <a:moveTo>
                      <a:pt x="174" y="0"/>
                    </a:moveTo>
                    <a:cubicBezTo>
                      <a:pt x="127" y="0"/>
                      <a:pt x="78" y="25"/>
                      <a:pt x="56" y="69"/>
                    </a:cubicBezTo>
                    <a:cubicBezTo>
                      <a:pt x="1" y="142"/>
                      <a:pt x="19" y="233"/>
                      <a:pt x="92" y="288"/>
                    </a:cubicBezTo>
                    <a:lnTo>
                      <a:pt x="1060" y="945"/>
                    </a:lnTo>
                    <a:lnTo>
                      <a:pt x="1224" y="689"/>
                    </a:lnTo>
                    <a:lnTo>
                      <a:pt x="256" y="32"/>
                    </a:lnTo>
                    <a:cubicBezTo>
                      <a:pt x="235" y="11"/>
                      <a:pt x="205"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a:off x="2357113" y="709250"/>
                <a:ext cx="328580" cy="720106"/>
              </a:xfrm>
              <a:custGeom>
                <a:avLst/>
                <a:gdLst/>
                <a:ahLst/>
                <a:cxnLst/>
                <a:rect l="l" t="t" r="r" b="b"/>
                <a:pathLst>
                  <a:path w="7522" h="16485" extrusionOk="0">
                    <a:moveTo>
                      <a:pt x="6645" y="2081"/>
                    </a:moveTo>
                    <a:cubicBezTo>
                      <a:pt x="5313" y="2355"/>
                      <a:pt x="4017" y="2757"/>
                      <a:pt x="2775" y="3286"/>
                    </a:cubicBezTo>
                    <a:cubicBezTo>
                      <a:pt x="2027" y="3615"/>
                      <a:pt x="1570" y="3980"/>
                      <a:pt x="1534" y="4947"/>
                    </a:cubicBezTo>
                    <a:cubicBezTo>
                      <a:pt x="1534" y="5458"/>
                      <a:pt x="1589" y="5988"/>
                      <a:pt x="1698" y="6499"/>
                    </a:cubicBezTo>
                    <a:cubicBezTo>
                      <a:pt x="1972" y="7923"/>
                      <a:pt x="2355" y="9347"/>
                      <a:pt x="2666" y="10679"/>
                    </a:cubicBezTo>
                    <a:cubicBezTo>
                      <a:pt x="3140" y="12706"/>
                      <a:pt x="3688" y="14422"/>
                      <a:pt x="3998" y="16247"/>
                    </a:cubicBezTo>
                    <a:cubicBezTo>
                      <a:pt x="3670" y="16338"/>
                      <a:pt x="3378" y="16430"/>
                      <a:pt x="3049" y="16485"/>
                    </a:cubicBezTo>
                    <a:cubicBezTo>
                      <a:pt x="2063" y="13819"/>
                      <a:pt x="1242" y="11081"/>
                      <a:pt x="585" y="8306"/>
                    </a:cubicBezTo>
                    <a:cubicBezTo>
                      <a:pt x="366" y="7339"/>
                      <a:pt x="92" y="6335"/>
                      <a:pt x="19" y="5349"/>
                    </a:cubicBezTo>
                    <a:cubicBezTo>
                      <a:pt x="1" y="5075"/>
                      <a:pt x="1" y="4783"/>
                      <a:pt x="19" y="4509"/>
                    </a:cubicBezTo>
                    <a:cubicBezTo>
                      <a:pt x="128" y="3067"/>
                      <a:pt x="1260" y="2337"/>
                      <a:pt x="2428" y="1899"/>
                    </a:cubicBezTo>
                    <a:cubicBezTo>
                      <a:pt x="3688" y="1406"/>
                      <a:pt x="5112" y="1242"/>
                      <a:pt x="6609" y="1059"/>
                    </a:cubicBezTo>
                    <a:cubicBezTo>
                      <a:pt x="6737" y="694"/>
                      <a:pt x="6682" y="0"/>
                      <a:pt x="7065" y="37"/>
                    </a:cubicBezTo>
                    <a:cubicBezTo>
                      <a:pt x="7503" y="73"/>
                      <a:pt x="7522" y="822"/>
                      <a:pt x="7522" y="1479"/>
                    </a:cubicBezTo>
                    <a:cubicBezTo>
                      <a:pt x="7522" y="2154"/>
                      <a:pt x="7485" y="2958"/>
                      <a:pt x="7029" y="2921"/>
                    </a:cubicBezTo>
                    <a:cubicBezTo>
                      <a:pt x="6682" y="2884"/>
                      <a:pt x="6737" y="2410"/>
                      <a:pt x="6645"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2800483" y="709250"/>
                <a:ext cx="328580" cy="720106"/>
              </a:xfrm>
              <a:custGeom>
                <a:avLst/>
                <a:gdLst/>
                <a:ahLst/>
                <a:cxnLst/>
                <a:rect l="l" t="t" r="r" b="b"/>
                <a:pathLst>
                  <a:path w="7522" h="16485" extrusionOk="0">
                    <a:moveTo>
                      <a:pt x="877" y="2081"/>
                    </a:moveTo>
                    <a:cubicBezTo>
                      <a:pt x="2191" y="2355"/>
                      <a:pt x="3505" y="2757"/>
                      <a:pt x="4747" y="3286"/>
                    </a:cubicBezTo>
                    <a:cubicBezTo>
                      <a:pt x="5495" y="3615"/>
                      <a:pt x="5951" y="3980"/>
                      <a:pt x="5988" y="4947"/>
                    </a:cubicBezTo>
                    <a:cubicBezTo>
                      <a:pt x="5988" y="5458"/>
                      <a:pt x="5933" y="5988"/>
                      <a:pt x="5824" y="6499"/>
                    </a:cubicBezTo>
                    <a:cubicBezTo>
                      <a:pt x="5550" y="7923"/>
                      <a:pt x="5167" y="9347"/>
                      <a:pt x="4856" y="10679"/>
                    </a:cubicBezTo>
                    <a:cubicBezTo>
                      <a:pt x="4382" y="12706"/>
                      <a:pt x="3816" y="14422"/>
                      <a:pt x="3524" y="16247"/>
                    </a:cubicBezTo>
                    <a:cubicBezTo>
                      <a:pt x="3852" y="16338"/>
                      <a:pt x="4144" y="16430"/>
                      <a:pt x="4473" y="16485"/>
                    </a:cubicBezTo>
                    <a:cubicBezTo>
                      <a:pt x="5459" y="13819"/>
                      <a:pt x="6280" y="11081"/>
                      <a:pt x="6937" y="8306"/>
                    </a:cubicBezTo>
                    <a:cubicBezTo>
                      <a:pt x="7156" y="7339"/>
                      <a:pt x="7430" y="6335"/>
                      <a:pt x="7503" y="5349"/>
                    </a:cubicBezTo>
                    <a:cubicBezTo>
                      <a:pt x="7521" y="5075"/>
                      <a:pt x="7521" y="4783"/>
                      <a:pt x="7503" y="4509"/>
                    </a:cubicBezTo>
                    <a:cubicBezTo>
                      <a:pt x="7394" y="3067"/>
                      <a:pt x="6262" y="2337"/>
                      <a:pt x="5093" y="1899"/>
                    </a:cubicBezTo>
                    <a:cubicBezTo>
                      <a:pt x="3834" y="1406"/>
                      <a:pt x="2410" y="1242"/>
                      <a:pt x="913" y="1059"/>
                    </a:cubicBezTo>
                    <a:cubicBezTo>
                      <a:pt x="785" y="694"/>
                      <a:pt x="840" y="0"/>
                      <a:pt x="457" y="37"/>
                    </a:cubicBezTo>
                    <a:cubicBezTo>
                      <a:pt x="19" y="73"/>
                      <a:pt x="0" y="822"/>
                      <a:pt x="0" y="1479"/>
                    </a:cubicBezTo>
                    <a:cubicBezTo>
                      <a:pt x="0" y="2154"/>
                      <a:pt x="37" y="2958"/>
                      <a:pt x="493" y="2921"/>
                    </a:cubicBezTo>
                    <a:cubicBezTo>
                      <a:pt x="822" y="2884"/>
                      <a:pt x="767" y="2410"/>
                      <a:pt x="877"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6"/>
              <p:cNvSpPr/>
              <p:nvPr/>
            </p:nvSpPr>
            <p:spPr>
              <a:xfrm>
                <a:off x="2464745" y="1387061"/>
                <a:ext cx="1220926" cy="885968"/>
              </a:xfrm>
              <a:custGeom>
                <a:avLst/>
                <a:gdLst/>
                <a:ahLst/>
                <a:cxnLst/>
                <a:rect l="l" t="t" r="r" b="b"/>
                <a:pathLst>
                  <a:path w="27950" h="20282" extrusionOk="0">
                    <a:moveTo>
                      <a:pt x="10753" y="0"/>
                    </a:moveTo>
                    <a:cubicBezTo>
                      <a:pt x="11593" y="73"/>
                      <a:pt x="12414" y="146"/>
                      <a:pt x="13236" y="219"/>
                    </a:cubicBezTo>
                    <a:cubicBezTo>
                      <a:pt x="12761" y="3815"/>
                      <a:pt x="11155" y="6261"/>
                      <a:pt x="8015" y="7193"/>
                    </a:cubicBezTo>
                    <a:cubicBezTo>
                      <a:pt x="8344" y="8799"/>
                      <a:pt x="8617" y="10296"/>
                      <a:pt x="9165" y="11665"/>
                    </a:cubicBezTo>
                    <a:cubicBezTo>
                      <a:pt x="9676" y="12943"/>
                      <a:pt x="10352" y="14148"/>
                      <a:pt x="11191" y="15225"/>
                    </a:cubicBezTo>
                    <a:cubicBezTo>
                      <a:pt x="12013" y="16302"/>
                      <a:pt x="12889" y="17178"/>
                      <a:pt x="14203" y="17799"/>
                    </a:cubicBezTo>
                    <a:cubicBezTo>
                      <a:pt x="15481" y="18401"/>
                      <a:pt x="17307" y="18511"/>
                      <a:pt x="18913" y="17981"/>
                    </a:cubicBezTo>
                    <a:cubicBezTo>
                      <a:pt x="20282" y="17525"/>
                      <a:pt x="21286" y="16612"/>
                      <a:pt x="22071" y="15553"/>
                    </a:cubicBezTo>
                    <a:cubicBezTo>
                      <a:pt x="22875" y="14440"/>
                      <a:pt x="23276" y="13052"/>
                      <a:pt x="23495" y="11391"/>
                    </a:cubicBezTo>
                    <a:cubicBezTo>
                      <a:pt x="23605" y="10533"/>
                      <a:pt x="23660" y="9712"/>
                      <a:pt x="23842" y="8945"/>
                    </a:cubicBezTo>
                    <a:cubicBezTo>
                      <a:pt x="24371" y="6736"/>
                      <a:pt x="25266" y="4838"/>
                      <a:pt x="27767" y="4491"/>
                    </a:cubicBezTo>
                    <a:cubicBezTo>
                      <a:pt x="27803" y="4655"/>
                      <a:pt x="27840" y="4801"/>
                      <a:pt x="27876" y="4965"/>
                    </a:cubicBezTo>
                    <a:cubicBezTo>
                      <a:pt x="27913" y="5130"/>
                      <a:pt x="27949" y="5294"/>
                      <a:pt x="27949" y="5458"/>
                    </a:cubicBezTo>
                    <a:cubicBezTo>
                      <a:pt x="27913" y="5623"/>
                      <a:pt x="27639" y="5714"/>
                      <a:pt x="27511" y="5805"/>
                    </a:cubicBezTo>
                    <a:cubicBezTo>
                      <a:pt x="27384" y="5933"/>
                      <a:pt x="27238" y="6061"/>
                      <a:pt x="27091" y="6170"/>
                    </a:cubicBezTo>
                    <a:cubicBezTo>
                      <a:pt x="26124" y="7211"/>
                      <a:pt x="25576" y="8708"/>
                      <a:pt x="25302" y="10405"/>
                    </a:cubicBezTo>
                    <a:cubicBezTo>
                      <a:pt x="25156" y="11318"/>
                      <a:pt x="25120" y="12194"/>
                      <a:pt x="24956" y="13052"/>
                    </a:cubicBezTo>
                    <a:cubicBezTo>
                      <a:pt x="24773" y="13819"/>
                      <a:pt x="24518" y="14549"/>
                      <a:pt x="24171" y="15261"/>
                    </a:cubicBezTo>
                    <a:cubicBezTo>
                      <a:pt x="23550" y="16557"/>
                      <a:pt x="22619" y="17689"/>
                      <a:pt x="21451" y="18547"/>
                    </a:cubicBezTo>
                    <a:cubicBezTo>
                      <a:pt x="20191" y="19533"/>
                      <a:pt x="18658" y="20099"/>
                      <a:pt x="17069" y="20172"/>
                    </a:cubicBezTo>
                    <a:cubicBezTo>
                      <a:pt x="14642" y="20281"/>
                      <a:pt x="12250" y="19405"/>
                      <a:pt x="10479" y="17744"/>
                    </a:cubicBezTo>
                    <a:cubicBezTo>
                      <a:pt x="8873" y="16229"/>
                      <a:pt x="7668" y="14312"/>
                      <a:pt x="7029" y="12176"/>
                    </a:cubicBezTo>
                    <a:cubicBezTo>
                      <a:pt x="6518" y="10588"/>
                      <a:pt x="6153" y="8945"/>
                      <a:pt x="5952" y="7266"/>
                    </a:cubicBezTo>
                    <a:cubicBezTo>
                      <a:pt x="4419" y="6992"/>
                      <a:pt x="3031" y="6207"/>
                      <a:pt x="2027" y="5020"/>
                    </a:cubicBezTo>
                    <a:cubicBezTo>
                      <a:pt x="987" y="3870"/>
                      <a:pt x="275" y="2446"/>
                      <a:pt x="1" y="913"/>
                    </a:cubicBezTo>
                    <a:cubicBezTo>
                      <a:pt x="804" y="694"/>
                      <a:pt x="1626" y="493"/>
                      <a:pt x="2484" y="329"/>
                    </a:cubicBezTo>
                    <a:cubicBezTo>
                      <a:pt x="2885" y="1789"/>
                      <a:pt x="3469" y="3085"/>
                      <a:pt x="4437" y="4053"/>
                    </a:cubicBezTo>
                    <a:cubicBezTo>
                      <a:pt x="4912" y="4564"/>
                      <a:pt x="5532" y="4929"/>
                      <a:pt x="6208" y="5111"/>
                    </a:cubicBezTo>
                    <a:cubicBezTo>
                      <a:pt x="6974" y="5276"/>
                      <a:pt x="7796" y="5130"/>
                      <a:pt x="8453" y="4692"/>
                    </a:cubicBezTo>
                    <a:cubicBezTo>
                      <a:pt x="9786" y="3815"/>
                      <a:pt x="10479" y="2136"/>
                      <a:pt x="10698" y="91"/>
                    </a:cubicBezTo>
                    <a:cubicBezTo>
                      <a:pt x="10698" y="55"/>
                      <a:pt x="10717" y="18"/>
                      <a:pt x="10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6"/>
              <p:cNvSpPr/>
              <p:nvPr/>
            </p:nvSpPr>
            <p:spPr>
              <a:xfrm>
                <a:off x="3587543" y="1464378"/>
                <a:ext cx="306258" cy="319013"/>
              </a:xfrm>
              <a:custGeom>
                <a:avLst/>
                <a:gdLst/>
                <a:ahLst/>
                <a:cxnLst/>
                <a:rect l="l" t="t" r="r" b="b"/>
                <a:pathLst>
                  <a:path w="7011" h="7303" extrusionOk="0">
                    <a:moveTo>
                      <a:pt x="3469" y="56"/>
                    </a:moveTo>
                    <a:cubicBezTo>
                      <a:pt x="4473" y="1"/>
                      <a:pt x="5440" y="402"/>
                      <a:pt x="6097" y="1169"/>
                    </a:cubicBezTo>
                    <a:cubicBezTo>
                      <a:pt x="6681" y="1808"/>
                      <a:pt x="6992" y="2629"/>
                      <a:pt x="7010" y="3487"/>
                    </a:cubicBezTo>
                    <a:cubicBezTo>
                      <a:pt x="7010" y="4418"/>
                      <a:pt x="6627" y="5295"/>
                      <a:pt x="5933" y="5915"/>
                    </a:cubicBezTo>
                    <a:cubicBezTo>
                      <a:pt x="5312" y="6518"/>
                      <a:pt x="4546" y="6919"/>
                      <a:pt x="3706" y="7084"/>
                    </a:cubicBezTo>
                    <a:cubicBezTo>
                      <a:pt x="2264" y="7303"/>
                      <a:pt x="1077" y="6372"/>
                      <a:pt x="548" y="5349"/>
                    </a:cubicBezTo>
                    <a:cubicBezTo>
                      <a:pt x="347" y="5003"/>
                      <a:pt x="219" y="4619"/>
                      <a:pt x="164" y="4218"/>
                    </a:cubicBezTo>
                    <a:cubicBezTo>
                      <a:pt x="0" y="2319"/>
                      <a:pt x="949" y="914"/>
                      <a:pt x="2136" y="348"/>
                    </a:cubicBezTo>
                    <a:cubicBezTo>
                      <a:pt x="2556" y="183"/>
                      <a:pt x="3012" y="74"/>
                      <a:pt x="3469" y="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3651318" y="1519417"/>
                <a:ext cx="200983" cy="185039"/>
              </a:xfrm>
              <a:custGeom>
                <a:avLst/>
                <a:gdLst/>
                <a:ahLst/>
                <a:cxnLst/>
                <a:rect l="l" t="t" r="r" b="b"/>
                <a:pathLst>
                  <a:path w="4601" h="4236" extrusionOk="0">
                    <a:moveTo>
                      <a:pt x="1917" y="110"/>
                    </a:moveTo>
                    <a:cubicBezTo>
                      <a:pt x="2666" y="0"/>
                      <a:pt x="3414" y="347"/>
                      <a:pt x="3834" y="986"/>
                    </a:cubicBezTo>
                    <a:cubicBezTo>
                      <a:pt x="3925" y="1114"/>
                      <a:pt x="3998" y="1260"/>
                      <a:pt x="4071" y="1406"/>
                    </a:cubicBezTo>
                    <a:cubicBezTo>
                      <a:pt x="4601" y="2739"/>
                      <a:pt x="3725" y="4217"/>
                      <a:pt x="2282" y="4236"/>
                    </a:cubicBezTo>
                    <a:cubicBezTo>
                      <a:pt x="1169" y="4236"/>
                      <a:pt x="165" y="3505"/>
                      <a:pt x="55" y="2428"/>
                    </a:cubicBezTo>
                    <a:cubicBezTo>
                      <a:pt x="0" y="1753"/>
                      <a:pt x="256" y="1077"/>
                      <a:pt x="785" y="639"/>
                    </a:cubicBezTo>
                    <a:cubicBezTo>
                      <a:pt x="1096" y="365"/>
                      <a:pt x="1497" y="165"/>
                      <a:pt x="1917"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6"/>
            <p:cNvGrpSpPr/>
            <p:nvPr/>
          </p:nvGrpSpPr>
          <p:grpSpPr>
            <a:xfrm>
              <a:off x="5134407" y="2468361"/>
              <a:ext cx="753147" cy="515697"/>
              <a:chOff x="4549425" y="3498550"/>
              <a:chExt cx="295375" cy="202250"/>
            </a:xfrm>
          </p:grpSpPr>
          <p:sp>
            <p:nvSpPr>
              <p:cNvPr id="389" name="Google Shape;389;p36"/>
              <p:cNvSpPr/>
              <p:nvPr/>
            </p:nvSpPr>
            <p:spPr>
              <a:xfrm>
                <a:off x="4549425" y="3498550"/>
                <a:ext cx="295375" cy="202250"/>
              </a:xfrm>
              <a:custGeom>
                <a:avLst/>
                <a:gdLst/>
                <a:ahLst/>
                <a:cxnLst/>
                <a:rect l="l" t="t" r="r" b="b"/>
                <a:pathLst>
                  <a:path w="11815" h="8090" extrusionOk="0">
                    <a:moveTo>
                      <a:pt x="1" y="1"/>
                    </a:moveTo>
                    <a:lnTo>
                      <a:pt x="1" y="8090"/>
                    </a:lnTo>
                    <a:lnTo>
                      <a:pt x="11815" y="8090"/>
                    </a:lnTo>
                    <a:lnTo>
                      <a:pt x="118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4574450" y="3683025"/>
                <a:ext cx="18125" cy="17775"/>
              </a:xfrm>
              <a:custGeom>
                <a:avLst/>
                <a:gdLst/>
                <a:ahLst/>
                <a:cxnLst/>
                <a:rect l="l" t="t" r="r" b="b"/>
                <a:pathLst>
                  <a:path w="725" h="711" extrusionOk="0">
                    <a:moveTo>
                      <a:pt x="0" y="0"/>
                    </a:moveTo>
                    <a:lnTo>
                      <a:pt x="0" y="711"/>
                    </a:lnTo>
                    <a:lnTo>
                      <a:pt x="725" y="711"/>
                    </a:lnTo>
                    <a:lnTo>
                      <a:pt x="7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4612500" y="3631925"/>
                <a:ext cx="17775" cy="68875"/>
              </a:xfrm>
              <a:custGeom>
                <a:avLst/>
                <a:gdLst/>
                <a:ahLst/>
                <a:cxnLst/>
                <a:rect l="l" t="t" r="r" b="b"/>
                <a:pathLst>
                  <a:path w="711" h="2755" extrusionOk="0">
                    <a:moveTo>
                      <a:pt x="0" y="0"/>
                    </a:moveTo>
                    <a:lnTo>
                      <a:pt x="0" y="2755"/>
                    </a:lnTo>
                    <a:lnTo>
                      <a:pt x="710" y="2755"/>
                    </a:lnTo>
                    <a:lnTo>
                      <a:pt x="7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6"/>
              <p:cNvSpPr/>
              <p:nvPr/>
            </p:nvSpPr>
            <p:spPr>
              <a:xfrm>
                <a:off x="4650175" y="3599675"/>
                <a:ext cx="17775" cy="101125"/>
              </a:xfrm>
              <a:custGeom>
                <a:avLst/>
                <a:gdLst/>
                <a:ahLst/>
                <a:cxnLst/>
                <a:rect l="l" t="t" r="r" b="b"/>
                <a:pathLst>
                  <a:path w="711" h="4045" extrusionOk="0">
                    <a:moveTo>
                      <a:pt x="1" y="0"/>
                    </a:moveTo>
                    <a:lnTo>
                      <a:pt x="1" y="4045"/>
                    </a:lnTo>
                    <a:lnTo>
                      <a:pt x="711" y="4045"/>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4688225" y="3553275"/>
                <a:ext cx="17775" cy="147525"/>
              </a:xfrm>
              <a:custGeom>
                <a:avLst/>
                <a:gdLst/>
                <a:ahLst/>
                <a:cxnLst/>
                <a:rect l="l" t="t" r="r" b="b"/>
                <a:pathLst>
                  <a:path w="711" h="5901" extrusionOk="0">
                    <a:moveTo>
                      <a:pt x="1" y="1"/>
                    </a:moveTo>
                    <a:lnTo>
                      <a:pt x="1" y="5901"/>
                    </a:lnTo>
                    <a:lnTo>
                      <a:pt x="711" y="5901"/>
                    </a:lnTo>
                    <a:lnTo>
                      <a:pt x="7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6"/>
              <p:cNvSpPr/>
              <p:nvPr/>
            </p:nvSpPr>
            <p:spPr>
              <a:xfrm>
                <a:off x="4725925" y="3517050"/>
                <a:ext cx="17775" cy="183750"/>
              </a:xfrm>
              <a:custGeom>
                <a:avLst/>
                <a:gdLst/>
                <a:ahLst/>
                <a:cxnLst/>
                <a:rect l="l" t="t" r="r" b="b"/>
                <a:pathLst>
                  <a:path w="711" h="7350" extrusionOk="0">
                    <a:moveTo>
                      <a:pt x="0" y="0"/>
                    </a:moveTo>
                    <a:lnTo>
                      <a:pt x="0" y="7350"/>
                    </a:lnTo>
                    <a:lnTo>
                      <a:pt x="711" y="7350"/>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6"/>
              <p:cNvSpPr/>
              <p:nvPr/>
            </p:nvSpPr>
            <p:spPr>
              <a:xfrm>
                <a:off x="4763600" y="3654025"/>
                <a:ext cx="18150" cy="46775"/>
              </a:xfrm>
              <a:custGeom>
                <a:avLst/>
                <a:gdLst/>
                <a:ahLst/>
                <a:cxnLst/>
                <a:rect l="l" t="t" r="r" b="b"/>
                <a:pathLst>
                  <a:path w="726" h="1871" extrusionOk="0">
                    <a:moveTo>
                      <a:pt x="1" y="1"/>
                    </a:moveTo>
                    <a:lnTo>
                      <a:pt x="1" y="1871"/>
                    </a:lnTo>
                    <a:lnTo>
                      <a:pt x="726" y="1871"/>
                    </a:lnTo>
                    <a:lnTo>
                      <a:pt x="7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4801650" y="3594225"/>
                <a:ext cx="17800" cy="106575"/>
              </a:xfrm>
              <a:custGeom>
                <a:avLst/>
                <a:gdLst/>
                <a:ahLst/>
                <a:cxnLst/>
                <a:rect l="l" t="t" r="r" b="b"/>
                <a:pathLst>
                  <a:path w="712" h="4263" extrusionOk="0">
                    <a:moveTo>
                      <a:pt x="1" y="1"/>
                    </a:moveTo>
                    <a:lnTo>
                      <a:pt x="1" y="4263"/>
                    </a:lnTo>
                    <a:lnTo>
                      <a:pt x="711" y="4263"/>
                    </a:lnTo>
                    <a:lnTo>
                      <a:pt x="7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36"/>
            <p:cNvSpPr/>
            <p:nvPr/>
          </p:nvSpPr>
          <p:spPr>
            <a:xfrm flipH="1">
              <a:off x="5219363" y="937100"/>
              <a:ext cx="552233" cy="515696"/>
            </a:xfrm>
            <a:custGeom>
              <a:avLst/>
              <a:gdLst/>
              <a:ahLst/>
              <a:cxnLst/>
              <a:rect l="l" t="t" r="r" b="b"/>
              <a:pathLst>
                <a:path w="10565" h="9866" extrusionOk="0">
                  <a:moveTo>
                    <a:pt x="4552" y="1"/>
                  </a:moveTo>
                  <a:cubicBezTo>
                    <a:pt x="2229" y="1"/>
                    <a:pt x="0" y="1811"/>
                    <a:pt x="0" y="4539"/>
                  </a:cubicBezTo>
                  <a:cubicBezTo>
                    <a:pt x="0" y="6145"/>
                    <a:pt x="876" y="7642"/>
                    <a:pt x="2282" y="8463"/>
                  </a:cubicBezTo>
                  <a:cubicBezTo>
                    <a:pt x="2191" y="8902"/>
                    <a:pt x="2081" y="9358"/>
                    <a:pt x="1917" y="9778"/>
                  </a:cubicBezTo>
                  <a:cubicBezTo>
                    <a:pt x="1903" y="9831"/>
                    <a:pt x="1949" y="9865"/>
                    <a:pt x="1988" y="9865"/>
                  </a:cubicBezTo>
                  <a:cubicBezTo>
                    <a:pt x="2003" y="9865"/>
                    <a:pt x="2017" y="9861"/>
                    <a:pt x="2026" y="9851"/>
                  </a:cubicBezTo>
                  <a:lnTo>
                    <a:pt x="2884" y="8755"/>
                  </a:lnTo>
                  <a:cubicBezTo>
                    <a:pt x="3395" y="8956"/>
                    <a:pt x="3961" y="9048"/>
                    <a:pt x="4527" y="9048"/>
                  </a:cubicBezTo>
                  <a:cubicBezTo>
                    <a:pt x="4535" y="9048"/>
                    <a:pt x="4542" y="9048"/>
                    <a:pt x="4550" y="9048"/>
                  </a:cubicBezTo>
                  <a:cubicBezTo>
                    <a:pt x="8551" y="9048"/>
                    <a:pt x="10564" y="4186"/>
                    <a:pt x="7722" y="1344"/>
                  </a:cubicBezTo>
                  <a:cubicBezTo>
                    <a:pt x="6800" y="416"/>
                    <a:pt x="5665" y="1"/>
                    <a:pt x="4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6"/>
            <p:cNvSpPr/>
            <p:nvPr/>
          </p:nvSpPr>
          <p:spPr>
            <a:xfrm flipH="1">
              <a:off x="5360335" y="1047286"/>
              <a:ext cx="349268" cy="295953"/>
            </a:xfrm>
            <a:custGeom>
              <a:avLst/>
              <a:gdLst/>
              <a:ahLst/>
              <a:cxnLst/>
              <a:rect l="l" t="t" r="r" b="b"/>
              <a:pathLst>
                <a:path w="6682" h="5662" extrusionOk="0">
                  <a:moveTo>
                    <a:pt x="1721" y="1"/>
                  </a:moveTo>
                  <a:cubicBezTo>
                    <a:pt x="861" y="1"/>
                    <a:pt x="1" y="606"/>
                    <a:pt x="1" y="1700"/>
                  </a:cubicBezTo>
                  <a:cubicBezTo>
                    <a:pt x="1" y="3599"/>
                    <a:pt x="3341" y="5662"/>
                    <a:pt x="3341" y="5662"/>
                  </a:cubicBezTo>
                  <a:cubicBezTo>
                    <a:pt x="3341" y="5662"/>
                    <a:pt x="6682" y="3380"/>
                    <a:pt x="6682" y="1700"/>
                  </a:cubicBezTo>
                  <a:cubicBezTo>
                    <a:pt x="6682" y="769"/>
                    <a:pt x="5915" y="3"/>
                    <a:pt x="4984" y="3"/>
                  </a:cubicBezTo>
                  <a:cubicBezTo>
                    <a:pt x="4218" y="3"/>
                    <a:pt x="3560" y="496"/>
                    <a:pt x="3341" y="1226"/>
                  </a:cubicBezTo>
                  <a:cubicBezTo>
                    <a:pt x="3098" y="389"/>
                    <a:pt x="2410" y="1"/>
                    <a:pt x="17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6"/>
            <p:cNvSpPr/>
            <p:nvPr/>
          </p:nvSpPr>
          <p:spPr>
            <a:xfrm flipH="1">
              <a:off x="5394676" y="1144718"/>
              <a:ext cx="293914" cy="108826"/>
            </a:xfrm>
            <a:custGeom>
              <a:avLst/>
              <a:gdLst/>
              <a:ahLst/>
              <a:cxnLst/>
              <a:rect l="l" t="t" r="r" b="b"/>
              <a:pathLst>
                <a:path w="5623" h="2082" extrusionOk="0">
                  <a:moveTo>
                    <a:pt x="2428" y="1"/>
                  </a:moveTo>
                  <a:cubicBezTo>
                    <a:pt x="2410" y="1"/>
                    <a:pt x="2392" y="19"/>
                    <a:pt x="2373" y="37"/>
                  </a:cubicBezTo>
                  <a:lnTo>
                    <a:pt x="2081" y="1078"/>
                  </a:lnTo>
                  <a:lnTo>
                    <a:pt x="0" y="1078"/>
                  </a:lnTo>
                  <a:cubicBezTo>
                    <a:pt x="18" y="1114"/>
                    <a:pt x="55" y="1151"/>
                    <a:pt x="73" y="1187"/>
                  </a:cubicBezTo>
                  <a:lnTo>
                    <a:pt x="2136" y="1187"/>
                  </a:lnTo>
                  <a:cubicBezTo>
                    <a:pt x="2154" y="1187"/>
                    <a:pt x="2191" y="1169"/>
                    <a:pt x="2191" y="1151"/>
                  </a:cubicBezTo>
                  <a:lnTo>
                    <a:pt x="2428" y="293"/>
                  </a:lnTo>
                  <a:lnTo>
                    <a:pt x="2885" y="2027"/>
                  </a:lnTo>
                  <a:cubicBezTo>
                    <a:pt x="2903" y="2045"/>
                    <a:pt x="2921" y="2063"/>
                    <a:pt x="2939" y="2082"/>
                  </a:cubicBezTo>
                  <a:cubicBezTo>
                    <a:pt x="2976" y="2082"/>
                    <a:pt x="2994" y="2063"/>
                    <a:pt x="2994" y="2027"/>
                  </a:cubicBezTo>
                  <a:lnTo>
                    <a:pt x="3487" y="804"/>
                  </a:lnTo>
                  <a:lnTo>
                    <a:pt x="3651" y="1406"/>
                  </a:lnTo>
                  <a:cubicBezTo>
                    <a:pt x="3651" y="1425"/>
                    <a:pt x="3688" y="1443"/>
                    <a:pt x="3706" y="1443"/>
                  </a:cubicBezTo>
                  <a:lnTo>
                    <a:pt x="5532" y="1443"/>
                  </a:lnTo>
                  <a:cubicBezTo>
                    <a:pt x="5568" y="1406"/>
                    <a:pt x="5605" y="1370"/>
                    <a:pt x="5623" y="1315"/>
                  </a:cubicBezTo>
                  <a:lnTo>
                    <a:pt x="5623" y="1315"/>
                  </a:lnTo>
                  <a:lnTo>
                    <a:pt x="3761" y="1333"/>
                  </a:lnTo>
                  <a:lnTo>
                    <a:pt x="3578" y="585"/>
                  </a:lnTo>
                  <a:cubicBezTo>
                    <a:pt x="3578" y="567"/>
                    <a:pt x="3560" y="548"/>
                    <a:pt x="3523" y="548"/>
                  </a:cubicBezTo>
                  <a:cubicBezTo>
                    <a:pt x="3505" y="548"/>
                    <a:pt x="3469" y="567"/>
                    <a:pt x="3469" y="585"/>
                  </a:cubicBezTo>
                  <a:lnTo>
                    <a:pt x="2976" y="1826"/>
                  </a:lnTo>
                  <a:lnTo>
                    <a:pt x="2501" y="37"/>
                  </a:lnTo>
                  <a:cubicBezTo>
                    <a:pt x="2483" y="19"/>
                    <a:pt x="2465" y="1"/>
                    <a:pt x="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7084550" y="622868"/>
              <a:ext cx="430242" cy="425873"/>
            </a:xfrm>
            <a:custGeom>
              <a:avLst/>
              <a:gdLst/>
              <a:ahLst/>
              <a:cxnLst/>
              <a:rect l="l" t="t" r="r" b="b"/>
              <a:pathLst>
                <a:path w="5712" h="5654" extrusionOk="0">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36"/>
          <p:cNvSpPr txBox="1">
            <a:spLocks noGrp="1"/>
          </p:cNvSpPr>
          <p:nvPr>
            <p:ph type="ctrTitle"/>
          </p:nvPr>
        </p:nvSpPr>
        <p:spPr>
          <a:xfrm>
            <a:off x="230936" y="1563790"/>
            <a:ext cx="5640790" cy="239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MULTIPLE DISEASE PREDICTION </a:t>
            </a:r>
            <a:r>
              <a:rPr lang="en" dirty="0"/>
              <a:t>WEBSITE</a:t>
            </a:r>
            <a:endParaRPr dirty="0"/>
          </a:p>
        </p:txBody>
      </p:sp>
      <p:sp>
        <p:nvSpPr>
          <p:cNvPr id="402" name="Google Shape;402;p36"/>
          <p:cNvSpPr txBox="1">
            <a:spLocks noGrp="1"/>
          </p:cNvSpPr>
          <p:nvPr>
            <p:ph type="subTitle" idx="1"/>
          </p:nvPr>
        </p:nvSpPr>
        <p:spPr>
          <a:xfrm>
            <a:off x="714300" y="3623525"/>
            <a:ext cx="2680800" cy="7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403" name="Google Shape;403;p36"/>
          <p:cNvSpPr/>
          <p:nvPr/>
        </p:nvSpPr>
        <p:spPr>
          <a:xfrm>
            <a:off x="4590686" y="3972613"/>
            <a:ext cx="145768" cy="145768"/>
          </a:xfrm>
          <a:custGeom>
            <a:avLst/>
            <a:gdLst/>
            <a:ahLst/>
            <a:cxnLst/>
            <a:rect l="l" t="t" r="r" b="b"/>
            <a:pathLst>
              <a:path w="1546" h="1546" fill="none" extrusionOk="0">
                <a:moveTo>
                  <a:pt x="1546" y="658"/>
                </a:moveTo>
                <a:cubicBezTo>
                  <a:pt x="1546" y="1231"/>
                  <a:pt x="830" y="1546"/>
                  <a:pt x="429" y="1116"/>
                </a:cubicBezTo>
                <a:cubicBezTo>
                  <a:pt x="0" y="716"/>
                  <a:pt x="315" y="0"/>
                  <a:pt x="887" y="0"/>
                </a:cubicBezTo>
                <a:cubicBezTo>
                  <a:pt x="1231" y="0"/>
                  <a:pt x="1546" y="315"/>
                  <a:pt x="1546" y="658"/>
                </a:cubicBezTo>
                <a:close/>
              </a:path>
            </a:pathLst>
          </a:custGeom>
          <a:solidFill>
            <a:schemeClr val="accent2"/>
          </a:solidFill>
          <a:ln w="193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6"/>
          <p:cNvSpPr/>
          <p:nvPr/>
        </p:nvSpPr>
        <p:spPr>
          <a:xfrm>
            <a:off x="8392213" y="1871097"/>
            <a:ext cx="227485" cy="194801"/>
          </a:xfrm>
          <a:custGeom>
            <a:avLst/>
            <a:gdLst/>
            <a:ahLst/>
            <a:cxnLst/>
            <a:rect l="l" t="t" r="r" b="b"/>
            <a:pathLst>
              <a:path w="6814" h="5835" extrusionOk="0">
                <a:moveTo>
                  <a:pt x="3882" y="718"/>
                </a:moveTo>
                <a:cubicBezTo>
                  <a:pt x="5008" y="718"/>
                  <a:pt x="6089" y="1591"/>
                  <a:pt x="6089" y="2914"/>
                </a:cubicBezTo>
                <a:cubicBezTo>
                  <a:pt x="6089" y="4132"/>
                  <a:pt x="5103" y="5103"/>
                  <a:pt x="3886" y="5103"/>
                </a:cubicBezTo>
                <a:cubicBezTo>
                  <a:pt x="1943" y="5103"/>
                  <a:pt x="972" y="2740"/>
                  <a:pt x="2349" y="1363"/>
                </a:cubicBezTo>
                <a:cubicBezTo>
                  <a:pt x="2795" y="918"/>
                  <a:pt x="3344" y="718"/>
                  <a:pt x="3882" y="718"/>
                </a:cubicBezTo>
                <a:close/>
                <a:moveTo>
                  <a:pt x="3912" y="0"/>
                </a:moveTo>
                <a:cubicBezTo>
                  <a:pt x="3903" y="0"/>
                  <a:pt x="3895" y="0"/>
                  <a:pt x="3886" y="1"/>
                </a:cubicBezTo>
                <a:cubicBezTo>
                  <a:pt x="1291" y="1"/>
                  <a:pt x="1" y="3146"/>
                  <a:pt x="1842" y="4973"/>
                </a:cubicBezTo>
                <a:cubicBezTo>
                  <a:pt x="2433" y="5568"/>
                  <a:pt x="3162" y="5834"/>
                  <a:pt x="3877" y="5834"/>
                </a:cubicBezTo>
                <a:cubicBezTo>
                  <a:pt x="5374" y="5834"/>
                  <a:pt x="6814" y="4670"/>
                  <a:pt x="6814" y="2914"/>
                </a:cubicBezTo>
                <a:cubicBezTo>
                  <a:pt x="6814" y="1314"/>
                  <a:pt x="5509" y="0"/>
                  <a:pt x="39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6"/>
          <p:cNvSpPr/>
          <p:nvPr/>
        </p:nvSpPr>
        <p:spPr>
          <a:xfrm rot="2700000">
            <a:off x="4462786" y="3566948"/>
            <a:ext cx="208089" cy="208206"/>
          </a:xfrm>
          <a:custGeom>
            <a:avLst/>
            <a:gdLst/>
            <a:ahLst/>
            <a:cxnLst/>
            <a:rect l="l" t="t" r="r" b="b"/>
            <a:pathLst>
              <a:path w="1769" h="1770" extrusionOk="0">
                <a:moveTo>
                  <a:pt x="681" y="1"/>
                </a:moveTo>
                <a:lnTo>
                  <a:pt x="681" y="668"/>
                </a:lnTo>
                <a:lnTo>
                  <a:pt x="0" y="668"/>
                </a:lnTo>
                <a:lnTo>
                  <a:pt x="0" y="1088"/>
                </a:lnTo>
                <a:lnTo>
                  <a:pt x="681" y="1088"/>
                </a:lnTo>
                <a:lnTo>
                  <a:pt x="681" y="1769"/>
                </a:lnTo>
                <a:lnTo>
                  <a:pt x="1102" y="1769"/>
                </a:lnTo>
                <a:lnTo>
                  <a:pt x="1102" y="1088"/>
                </a:lnTo>
                <a:lnTo>
                  <a:pt x="1769" y="1088"/>
                </a:lnTo>
                <a:lnTo>
                  <a:pt x="1769" y="668"/>
                </a:lnTo>
                <a:lnTo>
                  <a:pt x="1102" y="668"/>
                </a:lnTo>
                <a:lnTo>
                  <a:pt x="1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6"/>
          <p:cNvSpPr/>
          <p:nvPr/>
        </p:nvSpPr>
        <p:spPr>
          <a:xfrm>
            <a:off x="5264032" y="2087088"/>
            <a:ext cx="227477" cy="227477"/>
          </a:xfrm>
          <a:custGeom>
            <a:avLst/>
            <a:gdLst/>
            <a:ahLst/>
            <a:cxnLst/>
            <a:rect l="l" t="t" r="r" b="b"/>
            <a:pathLst>
              <a:path w="1610" h="1610" extrusionOk="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6"/>
          <p:cNvSpPr/>
          <p:nvPr/>
        </p:nvSpPr>
        <p:spPr>
          <a:xfrm>
            <a:off x="5162638" y="1622430"/>
            <a:ext cx="430242" cy="425873"/>
          </a:xfrm>
          <a:custGeom>
            <a:avLst/>
            <a:gdLst/>
            <a:ahLst/>
            <a:cxnLst/>
            <a:rect l="l" t="t" r="r" b="b"/>
            <a:pathLst>
              <a:path w="5712" h="5654" extrusionOk="0">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5"/>
                                        </p:tgtEl>
                                        <p:attrNameLst>
                                          <p:attrName>style.visibility</p:attrName>
                                        </p:attrNameLst>
                                      </p:cBhvr>
                                      <p:to>
                                        <p:strVal val="visible"/>
                                      </p:to>
                                    </p:set>
                                    <p:anim calcmode="lin" valueType="num">
                                      <p:cBhvr additive="base">
                                        <p:cTn id="7" dur="500" fill="hold"/>
                                        <p:tgtEl>
                                          <p:spTgt spid="325"/>
                                        </p:tgtEl>
                                        <p:attrNameLst>
                                          <p:attrName>ppt_x</p:attrName>
                                        </p:attrNameLst>
                                      </p:cBhvr>
                                      <p:tavLst>
                                        <p:tav tm="0">
                                          <p:val>
                                            <p:strVal val="#ppt_x"/>
                                          </p:val>
                                        </p:tav>
                                        <p:tav tm="100000">
                                          <p:val>
                                            <p:strVal val="#ppt_x"/>
                                          </p:val>
                                        </p:tav>
                                      </p:tavLst>
                                    </p:anim>
                                    <p:anim calcmode="lin" valueType="num">
                                      <p:cBhvr additive="base">
                                        <p:cTn id="8" dur="500" fill="hold"/>
                                        <p:tgtEl>
                                          <p:spTgt spid="3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grpId="0" nodeType="clickEffect">
                                  <p:stCondLst>
                                    <p:cond delay="0"/>
                                  </p:stCondLst>
                                  <p:childTnLst>
                                    <p:animRot by="21600000">
                                      <p:cBhvr>
                                        <p:cTn id="12" dur="2000" fill="hold"/>
                                        <p:tgtEl>
                                          <p:spTgt spid="407"/>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404"/>
                                        </p:tgtEl>
                                        <p:attrNameLst>
                                          <p:attrName>style.visibility</p:attrName>
                                        </p:attrNameLst>
                                      </p:cBhvr>
                                      <p:to>
                                        <p:strVal val="visible"/>
                                      </p:to>
                                    </p:set>
                                    <p:animEffect transition="in" filter="wipe(down)">
                                      <p:cBhvr>
                                        <p:cTn id="17" dur="580">
                                          <p:stCondLst>
                                            <p:cond delay="0"/>
                                          </p:stCondLst>
                                        </p:cTn>
                                        <p:tgtEl>
                                          <p:spTgt spid="404"/>
                                        </p:tgtEl>
                                      </p:cBhvr>
                                    </p:animEffect>
                                    <p:anim calcmode="lin" valueType="num">
                                      <p:cBhvr>
                                        <p:cTn id="18" dur="1822" tmFilter="0,0; 0.14,0.36; 0.43,0.73; 0.71,0.91; 1.0,1.0">
                                          <p:stCondLst>
                                            <p:cond delay="0"/>
                                          </p:stCondLst>
                                        </p:cTn>
                                        <p:tgtEl>
                                          <p:spTgt spid="404"/>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404"/>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404"/>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404"/>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404"/>
                                        </p:tgtEl>
                                        <p:attrNameLst>
                                          <p:attrName>ppt_y</p:attrName>
                                        </p:attrNameLst>
                                      </p:cBhvr>
                                      <p:tavLst>
                                        <p:tav tm="0" fmla="#ppt_y-sin(pi*$)/81">
                                          <p:val>
                                            <p:fltVal val="0"/>
                                          </p:val>
                                        </p:tav>
                                        <p:tav tm="100000">
                                          <p:val>
                                            <p:fltVal val="1"/>
                                          </p:val>
                                        </p:tav>
                                      </p:tavLst>
                                    </p:anim>
                                    <p:animScale>
                                      <p:cBhvr>
                                        <p:cTn id="23" dur="26">
                                          <p:stCondLst>
                                            <p:cond delay="650"/>
                                          </p:stCondLst>
                                        </p:cTn>
                                        <p:tgtEl>
                                          <p:spTgt spid="404"/>
                                        </p:tgtEl>
                                      </p:cBhvr>
                                      <p:to x="100000" y="60000"/>
                                    </p:animScale>
                                    <p:animScale>
                                      <p:cBhvr>
                                        <p:cTn id="24" dur="166" decel="50000">
                                          <p:stCondLst>
                                            <p:cond delay="676"/>
                                          </p:stCondLst>
                                        </p:cTn>
                                        <p:tgtEl>
                                          <p:spTgt spid="404"/>
                                        </p:tgtEl>
                                      </p:cBhvr>
                                      <p:to x="100000" y="100000"/>
                                    </p:animScale>
                                    <p:animScale>
                                      <p:cBhvr>
                                        <p:cTn id="25" dur="26">
                                          <p:stCondLst>
                                            <p:cond delay="1312"/>
                                          </p:stCondLst>
                                        </p:cTn>
                                        <p:tgtEl>
                                          <p:spTgt spid="404"/>
                                        </p:tgtEl>
                                      </p:cBhvr>
                                      <p:to x="100000" y="80000"/>
                                    </p:animScale>
                                    <p:animScale>
                                      <p:cBhvr>
                                        <p:cTn id="26" dur="166" decel="50000">
                                          <p:stCondLst>
                                            <p:cond delay="1338"/>
                                          </p:stCondLst>
                                        </p:cTn>
                                        <p:tgtEl>
                                          <p:spTgt spid="404"/>
                                        </p:tgtEl>
                                      </p:cBhvr>
                                      <p:to x="100000" y="100000"/>
                                    </p:animScale>
                                    <p:animScale>
                                      <p:cBhvr>
                                        <p:cTn id="27" dur="26">
                                          <p:stCondLst>
                                            <p:cond delay="1642"/>
                                          </p:stCondLst>
                                        </p:cTn>
                                        <p:tgtEl>
                                          <p:spTgt spid="404"/>
                                        </p:tgtEl>
                                      </p:cBhvr>
                                      <p:to x="100000" y="90000"/>
                                    </p:animScale>
                                    <p:animScale>
                                      <p:cBhvr>
                                        <p:cTn id="28" dur="166" decel="50000">
                                          <p:stCondLst>
                                            <p:cond delay="1668"/>
                                          </p:stCondLst>
                                        </p:cTn>
                                        <p:tgtEl>
                                          <p:spTgt spid="404"/>
                                        </p:tgtEl>
                                      </p:cBhvr>
                                      <p:to x="100000" y="100000"/>
                                    </p:animScale>
                                    <p:animScale>
                                      <p:cBhvr>
                                        <p:cTn id="29" dur="26">
                                          <p:stCondLst>
                                            <p:cond delay="1808"/>
                                          </p:stCondLst>
                                        </p:cTn>
                                        <p:tgtEl>
                                          <p:spTgt spid="404"/>
                                        </p:tgtEl>
                                      </p:cBhvr>
                                      <p:to x="100000" y="95000"/>
                                    </p:animScale>
                                    <p:animScale>
                                      <p:cBhvr>
                                        <p:cTn id="30" dur="166" decel="50000">
                                          <p:stCondLst>
                                            <p:cond delay="1834"/>
                                          </p:stCondLst>
                                        </p:cTn>
                                        <p:tgtEl>
                                          <p:spTgt spid="404"/>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01"/>
                                        </p:tgtEl>
                                        <p:attrNameLst>
                                          <p:attrName>style.visibility</p:attrName>
                                        </p:attrNameLst>
                                      </p:cBhvr>
                                      <p:to>
                                        <p:strVal val="visible"/>
                                      </p:to>
                                    </p:set>
                                    <p:anim calcmode="lin" valueType="num">
                                      <p:cBhvr additive="base">
                                        <p:cTn id="35" dur="500" fill="hold"/>
                                        <p:tgtEl>
                                          <p:spTgt spid="401"/>
                                        </p:tgtEl>
                                        <p:attrNameLst>
                                          <p:attrName>ppt_x</p:attrName>
                                        </p:attrNameLst>
                                      </p:cBhvr>
                                      <p:tavLst>
                                        <p:tav tm="0">
                                          <p:val>
                                            <p:strVal val="#ppt_x"/>
                                          </p:val>
                                        </p:tav>
                                        <p:tav tm="100000">
                                          <p:val>
                                            <p:strVal val="#ppt_x"/>
                                          </p:val>
                                        </p:tav>
                                      </p:tavLst>
                                    </p:anim>
                                    <p:anim calcmode="lin" valueType="num">
                                      <p:cBhvr additive="base">
                                        <p:cTn id="36" dur="500" fill="hold"/>
                                        <p:tgtEl>
                                          <p:spTgt spid="4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p:bldP spid="404" grpId="0" animBg="1"/>
      <p:bldP spid="40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C144-941B-BBD0-9F7F-040841DD5B8D}"/>
              </a:ext>
            </a:extLst>
          </p:cNvPr>
          <p:cNvSpPr>
            <a:spLocks noGrp="1"/>
          </p:cNvSpPr>
          <p:nvPr>
            <p:ph type="title"/>
          </p:nvPr>
        </p:nvSpPr>
        <p:spPr>
          <a:xfrm>
            <a:off x="4689446" y="398948"/>
            <a:ext cx="4239900" cy="848700"/>
          </a:xfrm>
        </p:spPr>
        <p:txBody>
          <a:bodyPr/>
          <a:lstStyle/>
          <a:p>
            <a:r>
              <a:rPr lang="en-IN" dirty="0"/>
              <a:t>ABSTRACT</a:t>
            </a:r>
          </a:p>
        </p:txBody>
      </p:sp>
      <p:sp>
        <p:nvSpPr>
          <p:cNvPr id="3" name="Subtitle 2">
            <a:extLst>
              <a:ext uri="{FF2B5EF4-FFF2-40B4-BE49-F238E27FC236}">
                <a16:creationId xmlns:a16="http://schemas.microsoft.com/office/drawing/2014/main" id="{2A8FBDC8-A142-B78A-4777-1E960AF6C623}"/>
              </a:ext>
            </a:extLst>
          </p:cNvPr>
          <p:cNvSpPr>
            <a:spLocks noGrp="1"/>
          </p:cNvSpPr>
          <p:nvPr>
            <p:ph type="subTitle" idx="1"/>
          </p:nvPr>
        </p:nvSpPr>
        <p:spPr>
          <a:xfrm>
            <a:off x="3087149" y="1247648"/>
            <a:ext cx="5838067" cy="3516371"/>
          </a:xfrm>
        </p:spPr>
        <p:txBody>
          <a:bodyPr/>
          <a:lstStyle/>
          <a:p>
            <a:pPr algn="just">
              <a:buFont typeface="Arial" panose="020B0604020202020204" pitchFamily="34" charset="0"/>
              <a:buChar char="•"/>
            </a:pPr>
            <a:r>
              <a:rPr lang="en-US" dirty="0"/>
              <a:t>This project can help a lot of people as one can monitor the persons’ condition and take the necessary precautions thus increasing the life expectancy.</a:t>
            </a:r>
            <a:endParaRPr lang="en-IN" dirty="0"/>
          </a:p>
          <a:p>
            <a:pPr algn="just">
              <a:buFont typeface="Arial" panose="020B0604020202020204" pitchFamily="34" charset="0"/>
              <a:buChar char="•"/>
            </a:pPr>
            <a:endParaRPr lang="en-US" dirty="0"/>
          </a:p>
          <a:p>
            <a:pPr algn="just">
              <a:buFont typeface="Arial" panose="020B0604020202020204" pitchFamily="34" charset="0"/>
              <a:buChar char="•"/>
            </a:pPr>
            <a:r>
              <a:rPr lang="en-US" dirty="0"/>
              <a:t>To implement multiple disease analysis used machine learning algorithms, </a:t>
            </a:r>
            <a:r>
              <a:rPr lang="en-US" dirty="0" err="1"/>
              <a:t>Streamlit</a:t>
            </a:r>
            <a:r>
              <a:rPr lang="en-US" dirty="0"/>
              <a:t> and python pickling is utilized to save the model behavior.</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We have considered six diseases for now that are jaundice disease, hepatitis, Heart, Liver, Parkinson’s disease and Diabetes and in the future, many more diseases can be added. </a:t>
            </a:r>
            <a:endParaRPr lang="en-IN" sz="1600" dirty="0"/>
          </a:p>
        </p:txBody>
      </p:sp>
      <p:pic>
        <p:nvPicPr>
          <p:cNvPr id="61" name="Picture 60">
            <a:extLst>
              <a:ext uri="{FF2B5EF4-FFF2-40B4-BE49-F238E27FC236}">
                <a16:creationId xmlns:a16="http://schemas.microsoft.com/office/drawing/2014/main" id="{C4C5ABC1-0D7A-6D53-9726-B31933BB6DFA}"/>
              </a:ext>
            </a:extLst>
          </p:cNvPr>
          <p:cNvPicPr>
            <a:picLocks noChangeAspect="1"/>
          </p:cNvPicPr>
          <p:nvPr/>
        </p:nvPicPr>
        <p:blipFill>
          <a:blip r:embed="rId2"/>
          <a:stretch>
            <a:fillRect/>
          </a:stretch>
        </p:blipFill>
        <p:spPr>
          <a:xfrm>
            <a:off x="4638863" y="1087212"/>
            <a:ext cx="4290483" cy="102908"/>
          </a:xfrm>
          <a:prstGeom prst="rect">
            <a:avLst/>
          </a:prstGeom>
        </p:spPr>
      </p:pic>
      <p:pic>
        <p:nvPicPr>
          <p:cNvPr id="62" name="Picture 61">
            <a:extLst>
              <a:ext uri="{FF2B5EF4-FFF2-40B4-BE49-F238E27FC236}">
                <a16:creationId xmlns:a16="http://schemas.microsoft.com/office/drawing/2014/main" id="{32327E7F-DC57-8C5D-12AC-030484CB0D4B}"/>
              </a:ext>
            </a:extLst>
          </p:cNvPr>
          <p:cNvPicPr>
            <a:picLocks noChangeAspect="1"/>
          </p:cNvPicPr>
          <p:nvPr/>
        </p:nvPicPr>
        <p:blipFill>
          <a:blip r:embed="rId3"/>
          <a:stretch>
            <a:fillRect/>
          </a:stretch>
        </p:blipFill>
        <p:spPr>
          <a:xfrm>
            <a:off x="76172" y="966005"/>
            <a:ext cx="3153589" cy="3818069"/>
          </a:xfrm>
          <a:prstGeom prst="rect">
            <a:avLst/>
          </a:prstGeom>
        </p:spPr>
      </p:pic>
    </p:spTree>
    <p:extLst>
      <p:ext uri="{BB962C8B-B14F-4D97-AF65-F5344CB8AC3E}">
        <p14:creationId xmlns:p14="http://schemas.microsoft.com/office/powerpoint/2010/main" val="22887020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grpSp>
        <p:nvGrpSpPr>
          <p:cNvPr id="879" name="Google Shape;879;p51"/>
          <p:cNvGrpSpPr/>
          <p:nvPr/>
        </p:nvGrpSpPr>
        <p:grpSpPr>
          <a:xfrm>
            <a:off x="1247775" y="895350"/>
            <a:ext cx="3105300" cy="3362400"/>
            <a:chOff x="1247775" y="1009650"/>
            <a:chExt cx="3105300" cy="3362400"/>
          </a:xfrm>
        </p:grpSpPr>
        <p:sp>
          <p:nvSpPr>
            <p:cNvPr id="880" name="Google Shape;880;p51"/>
            <p:cNvSpPr/>
            <p:nvPr/>
          </p:nvSpPr>
          <p:spPr>
            <a:xfrm>
              <a:off x="1247775" y="1009650"/>
              <a:ext cx="3105300" cy="3362400"/>
            </a:xfrm>
            <a:prstGeom prst="roundRect">
              <a:avLst>
                <a:gd name="adj" fmla="val 460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a:off x="1304925" y="1228725"/>
              <a:ext cx="2979600" cy="3076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a:off x="4205829" y="10841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a:off x="4078426" y="10841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a:off x="3931180" y="10830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 name="Google Shape;885;p51"/>
          <p:cNvGrpSpPr/>
          <p:nvPr/>
        </p:nvGrpSpPr>
        <p:grpSpPr>
          <a:xfrm>
            <a:off x="4789075" y="895350"/>
            <a:ext cx="3105300" cy="3362400"/>
            <a:chOff x="1247775" y="1009650"/>
            <a:chExt cx="3105300" cy="3362400"/>
          </a:xfrm>
        </p:grpSpPr>
        <p:sp>
          <p:nvSpPr>
            <p:cNvPr id="886" name="Google Shape;886;p51"/>
            <p:cNvSpPr/>
            <p:nvPr/>
          </p:nvSpPr>
          <p:spPr>
            <a:xfrm>
              <a:off x="1247775" y="1009650"/>
              <a:ext cx="3105300" cy="3362400"/>
            </a:xfrm>
            <a:prstGeom prst="roundRect">
              <a:avLst>
                <a:gd name="adj" fmla="val 460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1"/>
            <p:cNvSpPr/>
            <p:nvPr/>
          </p:nvSpPr>
          <p:spPr>
            <a:xfrm>
              <a:off x="1304925" y="1228725"/>
              <a:ext cx="2979600" cy="3076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1"/>
            <p:cNvSpPr/>
            <p:nvPr/>
          </p:nvSpPr>
          <p:spPr>
            <a:xfrm>
              <a:off x="4205829" y="10841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1"/>
            <p:cNvSpPr/>
            <p:nvPr/>
          </p:nvSpPr>
          <p:spPr>
            <a:xfrm>
              <a:off x="4078426" y="10841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1"/>
            <p:cNvSpPr/>
            <p:nvPr/>
          </p:nvSpPr>
          <p:spPr>
            <a:xfrm>
              <a:off x="3931180" y="10830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1" name="Google Shape;891;p51"/>
          <p:cNvSpPr/>
          <p:nvPr/>
        </p:nvSpPr>
        <p:spPr>
          <a:xfrm>
            <a:off x="2483213" y="1539688"/>
            <a:ext cx="638100" cy="63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1"/>
          <p:cNvSpPr/>
          <p:nvPr/>
        </p:nvSpPr>
        <p:spPr>
          <a:xfrm>
            <a:off x="6022663" y="1539688"/>
            <a:ext cx="638100" cy="63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1"/>
          <p:cNvSpPr txBox="1">
            <a:spLocks noGrp="1"/>
          </p:cNvSpPr>
          <p:nvPr>
            <p:ph type="title"/>
          </p:nvPr>
        </p:nvSpPr>
        <p:spPr>
          <a:xfrm>
            <a:off x="5059982" y="2360375"/>
            <a:ext cx="25635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VISION</a:t>
            </a:r>
            <a:endParaRPr/>
          </a:p>
        </p:txBody>
      </p:sp>
      <p:grpSp>
        <p:nvGrpSpPr>
          <p:cNvPr id="894" name="Google Shape;894;p51"/>
          <p:cNvGrpSpPr/>
          <p:nvPr/>
        </p:nvGrpSpPr>
        <p:grpSpPr>
          <a:xfrm>
            <a:off x="2590729" y="1646663"/>
            <a:ext cx="423079" cy="424159"/>
            <a:chOff x="-1591550" y="3597475"/>
            <a:chExt cx="293825" cy="294575"/>
          </a:xfrm>
        </p:grpSpPr>
        <p:sp>
          <p:nvSpPr>
            <p:cNvPr id="895" name="Google Shape;895;p51"/>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1"/>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1"/>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 name="Google Shape;898;p51"/>
          <p:cNvGrpSpPr/>
          <p:nvPr/>
        </p:nvGrpSpPr>
        <p:grpSpPr>
          <a:xfrm>
            <a:off x="6171279" y="1769285"/>
            <a:ext cx="340890" cy="178912"/>
            <a:chOff x="2084325" y="363300"/>
            <a:chExt cx="484150" cy="254100"/>
          </a:xfrm>
        </p:grpSpPr>
        <p:sp>
          <p:nvSpPr>
            <p:cNvPr id="899" name="Google Shape;899;p51"/>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00" name="Google Shape;900;p51"/>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901" name="Google Shape;901;p51"/>
          <p:cNvSpPr txBox="1">
            <a:spLocks noGrp="1"/>
          </p:cNvSpPr>
          <p:nvPr>
            <p:ph type="subTitle" idx="2"/>
          </p:nvPr>
        </p:nvSpPr>
        <p:spPr>
          <a:xfrm>
            <a:off x="5059976" y="3010950"/>
            <a:ext cx="25635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 extend the role of the technology in the medical field</a:t>
            </a:r>
            <a:endParaRPr lang="en-IN" dirty="0"/>
          </a:p>
        </p:txBody>
      </p:sp>
      <p:sp>
        <p:nvSpPr>
          <p:cNvPr id="902" name="Google Shape;902;p51"/>
          <p:cNvSpPr txBox="1">
            <a:spLocks noGrp="1"/>
          </p:cNvSpPr>
          <p:nvPr>
            <p:ph type="subTitle" idx="1"/>
          </p:nvPr>
        </p:nvSpPr>
        <p:spPr>
          <a:xfrm>
            <a:off x="1518675" y="3010950"/>
            <a:ext cx="25635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 help out the poor and helpless people with the normal medical checkup</a:t>
            </a:r>
          </a:p>
        </p:txBody>
      </p:sp>
      <p:sp>
        <p:nvSpPr>
          <p:cNvPr id="903" name="Google Shape;903;p51"/>
          <p:cNvSpPr txBox="1">
            <a:spLocks noGrp="1"/>
          </p:cNvSpPr>
          <p:nvPr>
            <p:ph type="title" idx="3"/>
          </p:nvPr>
        </p:nvSpPr>
        <p:spPr>
          <a:xfrm>
            <a:off x="1518675" y="2360375"/>
            <a:ext cx="25635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MISSION</a:t>
            </a:r>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9"/>
                                        </p:tgtEl>
                                        <p:attrNameLst>
                                          <p:attrName>style.visibility</p:attrName>
                                        </p:attrNameLst>
                                      </p:cBhvr>
                                      <p:to>
                                        <p:strVal val="visible"/>
                                      </p:to>
                                    </p:set>
                                    <p:anim calcmode="lin" valueType="num">
                                      <p:cBhvr additive="base">
                                        <p:cTn id="7" dur="500" fill="hold"/>
                                        <p:tgtEl>
                                          <p:spTgt spid="879"/>
                                        </p:tgtEl>
                                        <p:attrNameLst>
                                          <p:attrName>ppt_x</p:attrName>
                                        </p:attrNameLst>
                                      </p:cBhvr>
                                      <p:tavLst>
                                        <p:tav tm="0">
                                          <p:val>
                                            <p:strVal val="#ppt_x"/>
                                          </p:val>
                                        </p:tav>
                                        <p:tav tm="100000">
                                          <p:val>
                                            <p:strVal val="#ppt_x"/>
                                          </p:val>
                                        </p:tav>
                                      </p:tavLst>
                                    </p:anim>
                                    <p:anim calcmode="lin" valueType="num">
                                      <p:cBhvr additive="base">
                                        <p:cTn id="8" dur="500" fill="hold"/>
                                        <p:tgtEl>
                                          <p:spTgt spid="8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91"/>
                                        </p:tgtEl>
                                        <p:attrNameLst>
                                          <p:attrName>style.visibility</p:attrName>
                                        </p:attrNameLst>
                                      </p:cBhvr>
                                      <p:to>
                                        <p:strVal val="visible"/>
                                      </p:to>
                                    </p:set>
                                    <p:anim calcmode="lin" valueType="num">
                                      <p:cBhvr additive="base">
                                        <p:cTn id="11" dur="500" fill="hold"/>
                                        <p:tgtEl>
                                          <p:spTgt spid="891"/>
                                        </p:tgtEl>
                                        <p:attrNameLst>
                                          <p:attrName>ppt_x</p:attrName>
                                        </p:attrNameLst>
                                      </p:cBhvr>
                                      <p:tavLst>
                                        <p:tav tm="0">
                                          <p:val>
                                            <p:strVal val="#ppt_x"/>
                                          </p:val>
                                        </p:tav>
                                        <p:tav tm="100000">
                                          <p:val>
                                            <p:strVal val="#ppt_x"/>
                                          </p:val>
                                        </p:tav>
                                      </p:tavLst>
                                    </p:anim>
                                    <p:anim calcmode="lin" valueType="num">
                                      <p:cBhvr additive="base">
                                        <p:cTn id="12" dur="500" fill="hold"/>
                                        <p:tgtEl>
                                          <p:spTgt spid="89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94"/>
                                        </p:tgtEl>
                                        <p:attrNameLst>
                                          <p:attrName>style.visibility</p:attrName>
                                        </p:attrNameLst>
                                      </p:cBhvr>
                                      <p:to>
                                        <p:strVal val="visible"/>
                                      </p:to>
                                    </p:set>
                                    <p:anim calcmode="lin" valueType="num">
                                      <p:cBhvr additive="base">
                                        <p:cTn id="15" dur="500" fill="hold"/>
                                        <p:tgtEl>
                                          <p:spTgt spid="894"/>
                                        </p:tgtEl>
                                        <p:attrNameLst>
                                          <p:attrName>ppt_x</p:attrName>
                                        </p:attrNameLst>
                                      </p:cBhvr>
                                      <p:tavLst>
                                        <p:tav tm="0">
                                          <p:val>
                                            <p:strVal val="#ppt_x"/>
                                          </p:val>
                                        </p:tav>
                                        <p:tav tm="100000">
                                          <p:val>
                                            <p:strVal val="#ppt_x"/>
                                          </p:val>
                                        </p:tav>
                                      </p:tavLst>
                                    </p:anim>
                                    <p:anim calcmode="lin" valueType="num">
                                      <p:cBhvr additive="base">
                                        <p:cTn id="16" dur="500" fill="hold"/>
                                        <p:tgtEl>
                                          <p:spTgt spid="89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02">
                                            <p:txEl>
                                              <p:pRg st="0" end="0"/>
                                            </p:txEl>
                                          </p:spTgt>
                                        </p:tgtEl>
                                        <p:attrNameLst>
                                          <p:attrName>style.visibility</p:attrName>
                                        </p:attrNameLst>
                                      </p:cBhvr>
                                      <p:to>
                                        <p:strVal val="visible"/>
                                      </p:to>
                                    </p:set>
                                    <p:anim calcmode="lin" valueType="num">
                                      <p:cBhvr additive="base">
                                        <p:cTn id="19" dur="500" fill="hold"/>
                                        <p:tgtEl>
                                          <p:spTgt spid="90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2">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03"/>
                                        </p:tgtEl>
                                        <p:attrNameLst>
                                          <p:attrName>style.visibility</p:attrName>
                                        </p:attrNameLst>
                                      </p:cBhvr>
                                      <p:to>
                                        <p:strVal val="visible"/>
                                      </p:to>
                                    </p:set>
                                    <p:anim calcmode="lin" valueType="num">
                                      <p:cBhvr additive="base">
                                        <p:cTn id="23" dur="500" fill="hold"/>
                                        <p:tgtEl>
                                          <p:spTgt spid="903"/>
                                        </p:tgtEl>
                                        <p:attrNameLst>
                                          <p:attrName>ppt_x</p:attrName>
                                        </p:attrNameLst>
                                      </p:cBhvr>
                                      <p:tavLst>
                                        <p:tav tm="0">
                                          <p:val>
                                            <p:strVal val="#ppt_x"/>
                                          </p:val>
                                        </p:tav>
                                        <p:tav tm="100000">
                                          <p:val>
                                            <p:strVal val="#ppt_x"/>
                                          </p:val>
                                        </p:tav>
                                      </p:tavLst>
                                    </p:anim>
                                    <p:anim calcmode="lin" valueType="num">
                                      <p:cBhvr additive="base">
                                        <p:cTn id="24" dur="500" fill="hold"/>
                                        <p:tgtEl>
                                          <p:spTgt spid="90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85"/>
                                        </p:tgtEl>
                                        <p:attrNameLst>
                                          <p:attrName>style.visibility</p:attrName>
                                        </p:attrNameLst>
                                      </p:cBhvr>
                                      <p:to>
                                        <p:strVal val="visible"/>
                                      </p:to>
                                    </p:set>
                                    <p:anim calcmode="lin" valueType="num">
                                      <p:cBhvr additive="base">
                                        <p:cTn id="29" dur="500" fill="hold"/>
                                        <p:tgtEl>
                                          <p:spTgt spid="885"/>
                                        </p:tgtEl>
                                        <p:attrNameLst>
                                          <p:attrName>ppt_x</p:attrName>
                                        </p:attrNameLst>
                                      </p:cBhvr>
                                      <p:tavLst>
                                        <p:tav tm="0">
                                          <p:val>
                                            <p:strVal val="#ppt_x"/>
                                          </p:val>
                                        </p:tav>
                                        <p:tav tm="100000">
                                          <p:val>
                                            <p:strVal val="#ppt_x"/>
                                          </p:val>
                                        </p:tav>
                                      </p:tavLst>
                                    </p:anim>
                                    <p:anim calcmode="lin" valueType="num">
                                      <p:cBhvr additive="base">
                                        <p:cTn id="30" dur="500" fill="hold"/>
                                        <p:tgtEl>
                                          <p:spTgt spid="88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92"/>
                                        </p:tgtEl>
                                        <p:attrNameLst>
                                          <p:attrName>style.visibility</p:attrName>
                                        </p:attrNameLst>
                                      </p:cBhvr>
                                      <p:to>
                                        <p:strVal val="visible"/>
                                      </p:to>
                                    </p:set>
                                    <p:anim calcmode="lin" valueType="num">
                                      <p:cBhvr additive="base">
                                        <p:cTn id="33" dur="500" fill="hold"/>
                                        <p:tgtEl>
                                          <p:spTgt spid="892"/>
                                        </p:tgtEl>
                                        <p:attrNameLst>
                                          <p:attrName>ppt_x</p:attrName>
                                        </p:attrNameLst>
                                      </p:cBhvr>
                                      <p:tavLst>
                                        <p:tav tm="0">
                                          <p:val>
                                            <p:strVal val="#ppt_x"/>
                                          </p:val>
                                        </p:tav>
                                        <p:tav tm="100000">
                                          <p:val>
                                            <p:strVal val="#ppt_x"/>
                                          </p:val>
                                        </p:tav>
                                      </p:tavLst>
                                    </p:anim>
                                    <p:anim calcmode="lin" valueType="num">
                                      <p:cBhvr additive="base">
                                        <p:cTn id="34" dur="500" fill="hold"/>
                                        <p:tgtEl>
                                          <p:spTgt spid="89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93"/>
                                        </p:tgtEl>
                                        <p:attrNameLst>
                                          <p:attrName>style.visibility</p:attrName>
                                        </p:attrNameLst>
                                      </p:cBhvr>
                                      <p:to>
                                        <p:strVal val="visible"/>
                                      </p:to>
                                    </p:set>
                                    <p:anim calcmode="lin" valueType="num">
                                      <p:cBhvr additive="base">
                                        <p:cTn id="37" dur="500" fill="hold"/>
                                        <p:tgtEl>
                                          <p:spTgt spid="893"/>
                                        </p:tgtEl>
                                        <p:attrNameLst>
                                          <p:attrName>ppt_x</p:attrName>
                                        </p:attrNameLst>
                                      </p:cBhvr>
                                      <p:tavLst>
                                        <p:tav tm="0">
                                          <p:val>
                                            <p:strVal val="#ppt_x"/>
                                          </p:val>
                                        </p:tav>
                                        <p:tav tm="100000">
                                          <p:val>
                                            <p:strVal val="#ppt_x"/>
                                          </p:val>
                                        </p:tav>
                                      </p:tavLst>
                                    </p:anim>
                                    <p:anim calcmode="lin" valueType="num">
                                      <p:cBhvr additive="base">
                                        <p:cTn id="38" dur="500" fill="hold"/>
                                        <p:tgtEl>
                                          <p:spTgt spid="89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98"/>
                                        </p:tgtEl>
                                        <p:attrNameLst>
                                          <p:attrName>style.visibility</p:attrName>
                                        </p:attrNameLst>
                                      </p:cBhvr>
                                      <p:to>
                                        <p:strVal val="visible"/>
                                      </p:to>
                                    </p:set>
                                    <p:anim calcmode="lin" valueType="num">
                                      <p:cBhvr additive="base">
                                        <p:cTn id="41" dur="500" fill="hold"/>
                                        <p:tgtEl>
                                          <p:spTgt spid="898"/>
                                        </p:tgtEl>
                                        <p:attrNameLst>
                                          <p:attrName>ppt_x</p:attrName>
                                        </p:attrNameLst>
                                      </p:cBhvr>
                                      <p:tavLst>
                                        <p:tav tm="0">
                                          <p:val>
                                            <p:strVal val="#ppt_x"/>
                                          </p:val>
                                        </p:tav>
                                        <p:tav tm="100000">
                                          <p:val>
                                            <p:strVal val="#ppt_x"/>
                                          </p:val>
                                        </p:tav>
                                      </p:tavLst>
                                    </p:anim>
                                    <p:anim calcmode="lin" valueType="num">
                                      <p:cBhvr additive="base">
                                        <p:cTn id="42" dur="500" fill="hold"/>
                                        <p:tgtEl>
                                          <p:spTgt spid="89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01">
                                            <p:txEl>
                                              <p:pRg st="0" end="0"/>
                                            </p:txEl>
                                          </p:spTgt>
                                        </p:tgtEl>
                                        <p:attrNameLst>
                                          <p:attrName>style.visibility</p:attrName>
                                        </p:attrNameLst>
                                      </p:cBhvr>
                                      <p:to>
                                        <p:strVal val="visible"/>
                                      </p:to>
                                    </p:set>
                                    <p:anim calcmode="lin" valueType="num">
                                      <p:cBhvr additive="base">
                                        <p:cTn id="45" dur="500" fill="hold"/>
                                        <p:tgtEl>
                                          <p:spTgt spid="901">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0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animBg="1"/>
      <p:bldP spid="892" grpId="0" animBg="1"/>
      <p:bldP spid="893" grpId="0"/>
      <p:bldP spid="901" grpId="0" build="p"/>
      <p:bldP spid="902" grpId="0" build="p"/>
      <p:bldP spid="90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0"/>
          <p:cNvSpPr txBox="1">
            <a:spLocks noGrp="1"/>
          </p:cNvSpPr>
          <p:nvPr>
            <p:ph type="title"/>
          </p:nvPr>
        </p:nvSpPr>
        <p:spPr>
          <a:xfrm>
            <a:off x="4414305" y="896567"/>
            <a:ext cx="4240600" cy="686286"/>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INTRODUCTION</a:t>
            </a:r>
            <a:endParaRPr dirty="0"/>
          </a:p>
        </p:txBody>
      </p:sp>
      <p:sp>
        <p:nvSpPr>
          <p:cNvPr id="448" name="Google Shape;448;p40"/>
          <p:cNvSpPr txBox="1">
            <a:spLocks noGrp="1"/>
          </p:cNvSpPr>
          <p:nvPr>
            <p:ph type="subTitle" idx="1"/>
          </p:nvPr>
        </p:nvSpPr>
        <p:spPr>
          <a:xfrm>
            <a:off x="2858942" y="1520940"/>
            <a:ext cx="5961789" cy="3221747"/>
          </a:xfrm>
          <a:prstGeom prst="rect">
            <a:avLst/>
          </a:prstGeom>
        </p:spPr>
        <p:txBody>
          <a:bodyPr spcFirstLastPara="1" wrap="square" lIns="91425" tIns="91425" rIns="91425" bIns="91425" anchor="t" anchorCtr="0">
            <a:noAutofit/>
          </a:bodyPr>
          <a:lstStyle/>
          <a:p>
            <a:pPr marL="171450" lvl="0" indent="-171450" algn="just">
              <a:buFont typeface="Arial" panose="020B0604020202020204" pitchFamily="34" charset="0"/>
              <a:buChar char="•"/>
            </a:pPr>
            <a:r>
              <a:rPr lang="en-US" sz="1500" dirty="0"/>
              <a:t>Machine Learning is the domain that uses past data for predicting. Machine Learning is the understanding of computer system under which the Machine Learning model learn from data and experience. </a:t>
            </a:r>
          </a:p>
          <a:p>
            <a:pPr marL="171450" lvl="0" indent="-171450" algn="just">
              <a:buFont typeface="Arial" panose="020B0604020202020204" pitchFamily="34" charset="0"/>
              <a:buChar char="•"/>
            </a:pPr>
            <a:r>
              <a:rPr lang="en-US" sz="1500" dirty="0"/>
              <a:t>Now day’s heart diseases are growing rapidly by busy and stress full life. All type of age groups is under diseases so need of early detection of disease by using symptoms or reports</a:t>
            </a:r>
          </a:p>
          <a:p>
            <a:pPr marL="171450" lvl="0" indent="-171450" algn="just">
              <a:buFont typeface="Arial" panose="020B0604020202020204" pitchFamily="34" charset="0"/>
              <a:buChar char="•"/>
            </a:pPr>
            <a:r>
              <a:rPr lang="en-US" sz="1500" dirty="0"/>
              <a:t>We are applying complete machine learning concepts to keep the track of patient’s health. ML model allows us to build models to get quickly cleaned and processed data and deliver results faster</a:t>
            </a:r>
            <a:r>
              <a:rPr lang="en-US" sz="1600" dirty="0"/>
              <a:t>.</a:t>
            </a:r>
            <a:endParaRPr sz="1600" dirty="0"/>
          </a:p>
        </p:txBody>
      </p:sp>
      <p:pic>
        <p:nvPicPr>
          <p:cNvPr id="3" name="Picture 2">
            <a:extLst>
              <a:ext uri="{FF2B5EF4-FFF2-40B4-BE49-F238E27FC236}">
                <a16:creationId xmlns:a16="http://schemas.microsoft.com/office/drawing/2014/main" id="{0504B20D-4F3E-6DBF-57D2-8E0DF1D351F3}"/>
              </a:ext>
            </a:extLst>
          </p:cNvPr>
          <p:cNvPicPr>
            <a:picLocks noChangeAspect="1"/>
          </p:cNvPicPr>
          <p:nvPr/>
        </p:nvPicPr>
        <p:blipFill>
          <a:blip r:embed="rId3"/>
          <a:stretch>
            <a:fillRect/>
          </a:stretch>
        </p:blipFill>
        <p:spPr>
          <a:xfrm>
            <a:off x="3492355" y="1459028"/>
            <a:ext cx="5162550" cy="123825"/>
          </a:xfrm>
          <a:prstGeom prst="rect">
            <a:avLst/>
          </a:prstGeom>
        </p:spPr>
      </p:pic>
      <p:pic>
        <p:nvPicPr>
          <p:cNvPr id="67" name="Picture 66">
            <a:extLst>
              <a:ext uri="{FF2B5EF4-FFF2-40B4-BE49-F238E27FC236}">
                <a16:creationId xmlns:a16="http://schemas.microsoft.com/office/drawing/2014/main" id="{9768AB4F-E590-F477-0C3E-EB9AD3BE3500}"/>
              </a:ext>
            </a:extLst>
          </p:cNvPr>
          <p:cNvPicPr>
            <a:picLocks noChangeAspect="1"/>
          </p:cNvPicPr>
          <p:nvPr/>
        </p:nvPicPr>
        <p:blipFill>
          <a:blip r:embed="rId4"/>
          <a:stretch>
            <a:fillRect/>
          </a:stretch>
        </p:blipFill>
        <p:spPr>
          <a:xfrm>
            <a:off x="142613" y="1699600"/>
            <a:ext cx="2805288" cy="28052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8">
                                            <p:txEl>
                                              <p:pRg st="0" end="0"/>
                                            </p:txEl>
                                          </p:spTgt>
                                        </p:tgtEl>
                                        <p:attrNameLst>
                                          <p:attrName>style.visibility</p:attrName>
                                        </p:attrNameLst>
                                      </p:cBhvr>
                                      <p:to>
                                        <p:strVal val="visible"/>
                                      </p:to>
                                    </p:set>
                                    <p:anim calcmode="lin" valueType="num">
                                      <p:cBhvr additive="base">
                                        <p:cTn id="13" dur="500" fill="hold"/>
                                        <p:tgtEl>
                                          <p:spTgt spid="44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8">
                                            <p:txEl>
                                              <p:pRg st="1" end="1"/>
                                            </p:txEl>
                                          </p:spTgt>
                                        </p:tgtEl>
                                        <p:attrNameLst>
                                          <p:attrName>style.visibility</p:attrName>
                                        </p:attrNameLst>
                                      </p:cBhvr>
                                      <p:to>
                                        <p:strVal val="visible"/>
                                      </p:to>
                                    </p:set>
                                    <p:anim calcmode="lin" valueType="num">
                                      <p:cBhvr additive="base">
                                        <p:cTn id="19" dur="500" fill="hold"/>
                                        <p:tgtEl>
                                          <p:spTgt spid="44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8">
                                            <p:txEl>
                                              <p:pRg st="2" end="2"/>
                                            </p:txEl>
                                          </p:spTgt>
                                        </p:tgtEl>
                                        <p:attrNameLst>
                                          <p:attrName>style.visibility</p:attrName>
                                        </p:attrNameLst>
                                      </p:cBhvr>
                                      <p:to>
                                        <p:strVal val="visible"/>
                                      </p:to>
                                    </p:set>
                                    <p:anim calcmode="lin" valueType="num">
                                      <p:cBhvr additive="base">
                                        <p:cTn id="25" dur="500" fill="hold"/>
                                        <p:tgtEl>
                                          <p:spTgt spid="44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 grpId="0"/>
      <p:bldP spid="44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9"/>
        <p:cNvGrpSpPr/>
        <p:nvPr/>
      </p:nvGrpSpPr>
      <p:grpSpPr>
        <a:xfrm>
          <a:off x="0" y="0"/>
          <a:ext cx="0" cy="0"/>
          <a:chOff x="0" y="0"/>
          <a:chExt cx="0" cy="0"/>
        </a:xfrm>
      </p:grpSpPr>
      <p:grpSp>
        <p:nvGrpSpPr>
          <p:cNvPr id="680" name="Google Shape;680;p45"/>
          <p:cNvGrpSpPr/>
          <p:nvPr/>
        </p:nvGrpSpPr>
        <p:grpSpPr>
          <a:xfrm flipH="1">
            <a:off x="3547872" y="2760450"/>
            <a:ext cx="5207578" cy="1791891"/>
            <a:chOff x="2362210" y="890537"/>
            <a:chExt cx="5048700" cy="1872600"/>
          </a:xfrm>
        </p:grpSpPr>
        <p:sp>
          <p:nvSpPr>
            <p:cNvPr id="681" name="Google Shape;681;p45"/>
            <p:cNvSpPr/>
            <p:nvPr/>
          </p:nvSpPr>
          <p:spPr>
            <a:xfrm>
              <a:off x="2362210" y="890537"/>
              <a:ext cx="5048700" cy="1872600"/>
            </a:xfrm>
            <a:prstGeom prst="roundRect">
              <a:avLst>
                <a:gd name="adj" fmla="val 4601"/>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5"/>
            <p:cNvSpPr/>
            <p:nvPr/>
          </p:nvSpPr>
          <p:spPr>
            <a:xfrm>
              <a:off x="2428805" y="1109630"/>
              <a:ext cx="4927500" cy="15753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5"/>
            <p:cNvSpPr/>
            <p:nvPr/>
          </p:nvSpPr>
          <p:spPr>
            <a:xfrm>
              <a:off x="7277617" y="9650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5"/>
            <p:cNvSpPr/>
            <p:nvPr/>
          </p:nvSpPr>
          <p:spPr>
            <a:xfrm>
              <a:off x="7150214" y="9650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5"/>
            <p:cNvSpPr/>
            <p:nvPr/>
          </p:nvSpPr>
          <p:spPr>
            <a:xfrm>
              <a:off x="7002968" y="9639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6" name="Google Shape;686;p45"/>
          <p:cNvSpPr txBox="1">
            <a:spLocks noGrp="1"/>
          </p:cNvSpPr>
          <p:nvPr>
            <p:ph type="title"/>
          </p:nvPr>
        </p:nvSpPr>
        <p:spPr>
          <a:xfrm>
            <a:off x="3604186" y="3145613"/>
            <a:ext cx="4954597" cy="11733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IN" dirty="0"/>
              <a:t>Any disease that we can take precaution is preventable.</a:t>
            </a:r>
            <a:endParaRPr dirty="0"/>
          </a:p>
        </p:txBody>
      </p:sp>
      <p:grpSp>
        <p:nvGrpSpPr>
          <p:cNvPr id="687" name="Google Shape;687;p45"/>
          <p:cNvGrpSpPr/>
          <p:nvPr/>
        </p:nvGrpSpPr>
        <p:grpSpPr>
          <a:xfrm>
            <a:off x="-25" y="0"/>
            <a:ext cx="9144020" cy="342900"/>
            <a:chOff x="-25" y="0"/>
            <a:chExt cx="9144020" cy="342900"/>
          </a:xfrm>
        </p:grpSpPr>
        <p:sp>
          <p:nvSpPr>
            <p:cNvPr id="688" name="Google Shape;688;p45"/>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9" name="Google Shape;689;p45"/>
            <p:cNvGrpSpPr/>
            <p:nvPr/>
          </p:nvGrpSpPr>
          <p:grpSpPr>
            <a:xfrm>
              <a:off x="215975" y="111150"/>
              <a:ext cx="642950" cy="120600"/>
              <a:chOff x="215975" y="152625"/>
              <a:chExt cx="642950" cy="120600"/>
            </a:xfrm>
          </p:grpSpPr>
          <p:sp>
            <p:nvSpPr>
              <p:cNvPr id="690" name="Google Shape;690;p45"/>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5"/>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5"/>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EFEF5-CE63-5384-0E84-25EF83C23798}"/>
              </a:ext>
            </a:extLst>
          </p:cNvPr>
          <p:cNvSpPr>
            <a:spLocks noGrp="1"/>
          </p:cNvSpPr>
          <p:nvPr>
            <p:ph type="title"/>
          </p:nvPr>
        </p:nvSpPr>
        <p:spPr>
          <a:xfrm>
            <a:off x="4572000" y="680550"/>
            <a:ext cx="4239900" cy="848700"/>
          </a:xfrm>
        </p:spPr>
        <p:txBody>
          <a:bodyPr/>
          <a:lstStyle/>
          <a:p>
            <a:r>
              <a:rPr lang="en-IN" dirty="0"/>
              <a:t>PROBLEM SYSTEM</a:t>
            </a:r>
          </a:p>
        </p:txBody>
      </p:sp>
      <p:sp>
        <p:nvSpPr>
          <p:cNvPr id="3" name="Subtitle 2">
            <a:extLst>
              <a:ext uri="{FF2B5EF4-FFF2-40B4-BE49-F238E27FC236}">
                <a16:creationId xmlns:a16="http://schemas.microsoft.com/office/drawing/2014/main" id="{C0DF62D0-DCC8-26E7-7054-656506339085}"/>
              </a:ext>
            </a:extLst>
          </p:cNvPr>
          <p:cNvSpPr>
            <a:spLocks noGrp="1"/>
          </p:cNvSpPr>
          <p:nvPr>
            <p:ph type="subTitle" idx="1"/>
          </p:nvPr>
        </p:nvSpPr>
        <p:spPr>
          <a:xfrm>
            <a:off x="3649350" y="1529250"/>
            <a:ext cx="5162550" cy="2315040"/>
          </a:xfrm>
        </p:spPr>
        <p:txBody>
          <a:bodyPr/>
          <a:lstStyle/>
          <a:p>
            <a:pPr marL="431800" indent="-285750" algn="just">
              <a:buFont typeface="Arial" panose="020B0604020202020204" pitchFamily="34" charset="0"/>
              <a:buChar char="•"/>
            </a:pPr>
            <a:r>
              <a:rPr lang="en-US" dirty="0"/>
              <a:t>Many of the existing machine learning models for health care analysis are concentrating on one disease per analysis. For example first is for liver analysis, one for cancer analysis, one for lung diseases like that. </a:t>
            </a:r>
          </a:p>
          <a:p>
            <a:pPr marL="431800" indent="-285750" algn="just">
              <a:buFont typeface="Arial" panose="020B0604020202020204" pitchFamily="34" charset="0"/>
              <a:buChar char="•"/>
            </a:pPr>
            <a:endParaRPr lang="en-US" dirty="0"/>
          </a:p>
          <a:p>
            <a:pPr marL="431800" indent="-285750" algn="just">
              <a:buFont typeface="Arial" panose="020B0604020202020204" pitchFamily="34" charset="0"/>
              <a:buChar char="•"/>
            </a:pPr>
            <a:r>
              <a:rPr lang="en-US" dirty="0"/>
              <a:t>If a user wants to predict more than one disease, he/she has to go through different sites. There is no common system where one analysis can perform more than one disease prediction. </a:t>
            </a:r>
          </a:p>
        </p:txBody>
      </p:sp>
      <p:pic>
        <p:nvPicPr>
          <p:cNvPr id="5" name="Picture 4">
            <a:extLst>
              <a:ext uri="{FF2B5EF4-FFF2-40B4-BE49-F238E27FC236}">
                <a16:creationId xmlns:a16="http://schemas.microsoft.com/office/drawing/2014/main" id="{100EF710-6DAB-2EA5-8BEE-4F9A4ABCE6B6}"/>
              </a:ext>
            </a:extLst>
          </p:cNvPr>
          <p:cNvPicPr>
            <a:picLocks noChangeAspect="1"/>
          </p:cNvPicPr>
          <p:nvPr/>
        </p:nvPicPr>
        <p:blipFill>
          <a:blip r:embed="rId2"/>
          <a:stretch>
            <a:fillRect/>
          </a:stretch>
        </p:blipFill>
        <p:spPr>
          <a:xfrm>
            <a:off x="3649350" y="1410144"/>
            <a:ext cx="5162550" cy="123825"/>
          </a:xfrm>
          <a:prstGeom prst="rect">
            <a:avLst/>
          </a:prstGeom>
        </p:spPr>
      </p:pic>
      <p:pic>
        <p:nvPicPr>
          <p:cNvPr id="10" name="Picture 9">
            <a:extLst>
              <a:ext uri="{FF2B5EF4-FFF2-40B4-BE49-F238E27FC236}">
                <a16:creationId xmlns:a16="http://schemas.microsoft.com/office/drawing/2014/main" id="{52B81D03-6F15-6BC9-070E-CB82555A8D7E}"/>
              </a:ext>
            </a:extLst>
          </p:cNvPr>
          <p:cNvPicPr>
            <a:picLocks noChangeAspect="1"/>
          </p:cNvPicPr>
          <p:nvPr/>
        </p:nvPicPr>
        <p:blipFill>
          <a:blip r:embed="rId3"/>
          <a:stretch>
            <a:fillRect/>
          </a:stretch>
        </p:blipFill>
        <p:spPr>
          <a:xfrm>
            <a:off x="272396" y="998290"/>
            <a:ext cx="3293065" cy="3680294"/>
          </a:xfrm>
          <a:prstGeom prst="rect">
            <a:avLst/>
          </a:prstGeom>
        </p:spPr>
      </p:pic>
    </p:spTree>
    <p:extLst>
      <p:ext uri="{BB962C8B-B14F-4D97-AF65-F5344CB8AC3E}">
        <p14:creationId xmlns:p14="http://schemas.microsoft.com/office/powerpoint/2010/main" val="32831852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3B41-0D90-1E39-0C93-54778ED839EE}"/>
              </a:ext>
            </a:extLst>
          </p:cNvPr>
          <p:cNvSpPr>
            <a:spLocks noGrp="1"/>
          </p:cNvSpPr>
          <p:nvPr>
            <p:ph type="title"/>
          </p:nvPr>
        </p:nvSpPr>
        <p:spPr>
          <a:xfrm>
            <a:off x="4397064" y="772063"/>
            <a:ext cx="4239900" cy="848700"/>
          </a:xfrm>
        </p:spPr>
        <p:txBody>
          <a:bodyPr/>
          <a:lstStyle/>
          <a:p>
            <a:r>
              <a:rPr lang="en-IN" dirty="0"/>
              <a:t>PROPOSED SYSTEM</a:t>
            </a:r>
          </a:p>
        </p:txBody>
      </p:sp>
      <p:sp>
        <p:nvSpPr>
          <p:cNvPr id="3" name="Subtitle 2">
            <a:extLst>
              <a:ext uri="{FF2B5EF4-FFF2-40B4-BE49-F238E27FC236}">
                <a16:creationId xmlns:a16="http://schemas.microsoft.com/office/drawing/2014/main" id="{913CE559-B648-E8CE-F327-F888C17A9FAB}"/>
              </a:ext>
            </a:extLst>
          </p:cNvPr>
          <p:cNvSpPr>
            <a:spLocks noGrp="1"/>
          </p:cNvSpPr>
          <p:nvPr>
            <p:ph type="subTitle" idx="1"/>
          </p:nvPr>
        </p:nvSpPr>
        <p:spPr>
          <a:xfrm>
            <a:off x="3352800" y="1819634"/>
            <a:ext cx="5449824" cy="2313453"/>
          </a:xfrm>
        </p:spPr>
        <p:txBody>
          <a:bodyPr/>
          <a:lstStyle/>
          <a:p>
            <a:pPr algn="just"/>
            <a:r>
              <a:rPr lang="en-US" dirty="0"/>
              <a:t>		In multiple disease prediction, it is possible to predict more than one disease at a time. So the user doesn’t need to traverse different sites in order to predict the diseases. We are taking three diseases that are Liver, Diabetes, and Heart. As all the three diseases are correlated to each other. To implement multiple disease analyses we are going to use machine learning algorithms and Django. When the user is accessing this API, the user has to send the parameters of the disease along with the disease name. Django will invoke the corresponding model and returns the status of the patient. </a:t>
            </a:r>
            <a:endParaRPr lang="en-IN" dirty="0"/>
          </a:p>
        </p:txBody>
      </p:sp>
      <p:pic>
        <p:nvPicPr>
          <p:cNvPr id="5" name="Picture 4">
            <a:extLst>
              <a:ext uri="{FF2B5EF4-FFF2-40B4-BE49-F238E27FC236}">
                <a16:creationId xmlns:a16="http://schemas.microsoft.com/office/drawing/2014/main" id="{2C1D7AF1-6DA6-AC29-0BE8-C0E37F3A9E8E}"/>
              </a:ext>
            </a:extLst>
          </p:cNvPr>
          <p:cNvPicPr>
            <a:picLocks noChangeAspect="1"/>
          </p:cNvPicPr>
          <p:nvPr/>
        </p:nvPicPr>
        <p:blipFill>
          <a:blip r:embed="rId2"/>
          <a:stretch>
            <a:fillRect/>
          </a:stretch>
        </p:blipFill>
        <p:spPr>
          <a:xfrm>
            <a:off x="3640074" y="1496938"/>
            <a:ext cx="5162550" cy="123825"/>
          </a:xfrm>
          <a:prstGeom prst="rect">
            <a:avLst/>
          </a:prstGeom>
        </p:spPr>
      </p:pic>
      <p:pic>
        <p:nvPicPr>
          <p:cNvPr id="12" name="Picture 11">
            <a:extLst>
              <a:ext uri="{FF2B5EF4-FFF2-40B4-BE49-F238E27FC236}">
                <a16:creationId xmlns:a16="http://schemas.microsoft.com/office/drawing/2014/main" id="{9E824B05-2A9E-F9DD-E6EC-0422782E336A}"/>
              </a:ext>
            </a:extLst>
          </p:cNvPr>
          <p:cNvPicPr>
            <a:picLocks noChangeAspect="1"/>
          </p:cNvPicPr>
          <p:nvPr/>
        </p:nvPicPr>
        <p:blipFill>
          <a:blip r:embed="rId3"/>
          <a:stretch>
            <a:fillRect/>
          </a:stretch>
        </p:blipFill>
        <p:spPr>
          <a:xfrm>
            <a:off x="125835" y="1819634"/>
            <a:ext cx="3667567" cy="2750675"/>
          </a:xfrm>
          <a:prstGeom prst="rect">
            <a:avLst/>
          </a:prstGeom>
        </p:spPr>
      </p:pic>
    </p:spTree>
    <p:extLst>
      <p:ext uri="{BB962C8B-B14F-4D97-AF65-F5344CB8AC3E}">
        <p14:creationId xmlns:p14="http://schemas.microsoft.com/office/powerpoint/2010/main" val="289777323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63"/>
          <p:cNvSpPr/>
          <p:nvPr/>
        </p:nvSpPr>
        <p:spPr>
          <a:xfrm>
            <a:off x="992913" y="2232316"/>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3"/>
          <p:cNvSpPr/>
          <p:nvPr/>
        </p:nvSpPr>
        <p:spPr>
          <a:xfrm>
            <a:off x="5102913" y="2232316"/>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3"/>
          <p:cNvSpPr/>
          <p:nvPr/>
        </p:nvSpPr>
        <p:spPr>
          <a:xfrm>
            <a:off x="976806" y="3561669"/>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3"/>
          <p:cNvSpPr/>
          <p:nvPr/>
        </p:nvSpPr>
        <p:spPr>
          <a:xfrm>
            <a:off x="5118406" y="3594501"/>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3"/>
          <p:cNvSpPr txBox="1">
            <a:spLocks noGrp="1"/>
          </p:cNvSpPr>
          <p:nvPr>
            <p:ph type="title"/>
          </p:nvPr>
        </p:nvSpPr>
        <p:spPr>
          <a:xfrm>
            <a:off x="284043" y="518894"/>
            <a:ext cx="7977927"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600" dirty="0"/>
              <a:t>SYSTEM ANALYSIS</a:t>
            </a:r>
          </a:p>
        </p:txBody>
      </p:sp>
      <p:sp>
        <p:nvSpPr>
          <p:cNvPr id="1759" name="Google Shape;1759;p63"/>
          <p:cNvSpPr txBox="1">
            <a:spLocks noGrp="1"/>
          </p:cNvSpPr>
          <p:nvPr>
            <p:ph type="subTitle" idx="1"/>
          </p:nvPr>
        </p:nvSpPr>
        <p:spPr>
          <a:xfrm>
            <a:off x="1739982" y="2158296"/>
            <a:ext cx="2276700" cy="692727"/>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system allows the patient to predict the disease</a:t>
            </a:r>
            <a:endParaRPr dirty="0"/>
          </a:p>
        </p:txBody>
      </p:sp>
      <p:sp>
        <p:nvSpPr>
          <p:cNvPr id="1761" name="Google Shape;1761;p63"/>
          <p:cNvSpPr txBox="1">
            <a:spLocks noGrp="1"/>
          </p:cNvSpPr>
          <p:nvPr>
            <p:ph type="subTitle" idx="4"/>
          </p:nvPr>
        </p:nvSpPr>
        <p:spPr>
          <a:xfrm>
            <a:off x="1689165" y="3524697"/>
            <a:ext cx="2496941" cy="104733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user adds the input for the particular disease and based on the trained model of the user input the output will be displayed .</a:t>
            </a:r>
            <a:endParaRPr dirty="0"/>
          </a:p>
        </p:txBody>
      </p:sp>
      <p:sp>
        <p:nvSpPr>
          <p:cNvPr id="1763" name="Google Shape;1763;p63"/>
          <p:cNvSpPr txBox="1">
            <a:spLocks noGrp="1"/>
          </p:cNvSpPr>
          <p:nvPr>
            <p:ph type="subTitle" idx="6"/>
          </p:nvPr>
        </p:nvSpPr>
        <p:spPr>
          <a:xfrm>
            <a:off x="5874374" y="2186243"/>
            <a:ext cx="2606896" cy="676427"/>
          </a:xfrm>
          <a:prstGeom prst="rect">
            <a:avLst/>
          </a:prstGeom>
        </p:spPr>
        <p:txBody>
          <a:bodyPr spcFirstLastPara="1" wrap="square" lIns="91425" tIns="91425" rIns="91425" bIns="91425" anchor="t" anchorCtr="0">
            <a:noAutofit/>
          </a:bodyPr>
          <a:lstStyle/>
          <a:p>
            <a:pPr marL="0" lvl="0" indent="0" rtl="0">
              <a:spcBef>
                <a:spcPts val="0"/>
              </a:spcBef>
              <a:spcAft>
                <a:spcPts val="1200"/>
              </a:spcAft>
              <a:buNone/>
            </a:pPr>
            <a:r>
              <a:rPr lang="en-US" dirty="0"/>
              <a:t>The website will provide range of the values during the prediction of the disease.</a:t>
            </a:r>
            <a:endParaRPr dirty="0"/>
          </a:p>
        </p:txBody>
      </p:sp>
      <p:sp>
        <p:nvSpPr>
          <p:cNvPr id="1765" name="Google Shape;1765;p63"/>
          <p:cNvSpPr txBox="1">
            <a:spLocks noGrp="1"/>
          </p:cNvSpPr>
          <p:nvPr>
            <p:ph type="subTitle" idx="8"/>
          </p:nvPr>
        </p:nvSpPr>
        <p:spPr>
          <a:xfrm>
            <a:off x="5874374" y="3524697"/>
            <a:ext cx="2276700" cy="631909"/>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website should be reliable and consistent</a:t>
            </a:r>
            <a:endParaRPr dirty="0"/>
          </a:p>
        </p:txBody>
      </p:sp>
      <p:grpSp>
        <p:nvGrpSpPr>
          <p:cNvPr id="1766" name="Google Shape;1766;p63"/>
          <p:cNvGrpSpPr/>
          <p:nvPr/>
        </p:nvGrpSpPr>
        <p:grpSpPr>
          <a:xfrm>
            <a:off x="1156669" y="2362008"/>
            <a:ext cx="310602" cy="320730"/>
            <a:chOff x="-28069875" y="3175300"/>
            <a:chExt cx="260725" cy="296150"/>
          </a:xfrm>
        </p:grpSpPr>
        <p:sp>
          <p:nvSpPr>
            <p:cNvPr id="1767" name="Google Shape;1767;p63"/>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63"/>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63"/>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63"/>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3"/>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63"/>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3"/>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3"/>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3"/>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63"/>
          <p:cNvGrpSpPr/>
          <p:nvPr/>
        </p:nvGrpSpPr>
        <p:grpSpPr>
          <a:xfrm>
            <a:off x="5271839" y="3769397"/>
            <a:ext cx="299344" cy="319891"/>
            <a:chOff x="-27691025" y="3175300"/>
            <a:chExt cx="251275" cy="295375"/>
          </a:xfrm>
        </p:grpSpPr>
        <p:sp>
          <p:nvSpPr>
            <p:cNvPr id="1777" name="Google Shape;1777;p63"/>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3"/>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3"/>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3"/>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1" name="Google Shape;1781;p63"/>
          <p:cNvGrpSpPr/>
          <p:nvPr/>
        </p:nvGrpSpPr>
        <p:grpSpPr>
          <a:xfrm>
            <a:off x="5244618" y="2362008"/>
            <a:ext cx="354710" cy="320730"/>
            <a:chOff x="-27351575" y="3175300"/>
            <a:chExt cx="297750" cy="296150"/>
          </a:xfrm>
        </p:grpSpPr>
        <p:sp>
          <p:nvSpPr>
            <p:cNvPr id="1782" name="Google Shape;1782;p63"/>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3"/>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3"/>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3"/>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6" name="Google Shape;1786;p63"/>
          <p:cNvGrpSpPr/>
          <p:nvPr/>
        </p:nvGrpSpPr>
        <p:grpSpPr>
          <a:xfrm>
            <a:off x="1110084" y="3727580"/>
            <a:ext cx="352833" cy="301995"/>
            <a:chOff x="-23615075" y="3906200"/>
            <a:chExt cx="296175" cy="278850"/>
          </a:xfrm>
        </p:grpSpPr>
        <p:sp>
          <p:nvSpPr>
            <p:cNvPr id="1787" name="Google Shape;1787;p63"/>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63"/>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3"/>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1757;p63">
            <a:extLst>
              <a:ext uri="{FF2B5EF4-FFF2-40B4-BE49-F238E27FC236}">
                <a16:creationId xmlns:a16="http://schemas.microsoft.com/office/drawing/2014/main" id="{2A812867-0B68-0795-2A86-424ADE030AF0}"/>
              </a:ext>
            </a:extLst>
          </p:cNvPr>
          <p:cNvSpPr txBox="1">
            <a:spLocks/>
          </p:cNvSpPr>
          <p:nvPr/>
        </p:nvSpPr>
        <p:spPr>
          <a:xfrm>
            <a:off x="183375" y="1542053"/>
            <a:ext cx="4388625" cy="468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lata"/>
              <a:buNone/>
              <a:defRPr sz="2800" b="0" i="0" u="none" strike="noStrike" cap="none">
                <a:solidFill>
                  <a:schemeClr val="dk1"/>
                </a:solidFill>
                <a:latin typeface="Alata"/>
                <a:ea typeface="Alata"/>
                <a:cs typeface="Alata"/>
                <a:sym typeface="Alata"/>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t>Functional Requirement</a:t>
            </a:r>
          </a:p>
        </p:txBody>
      </p:sp>
      <p:sp>
        <p:nvSpPr>
          <p:cNvPr id="40" name="Google Shape;1757;p63">
            <a:extLst>
              <a:ext uri="{FF2B5EF4-FFF2-40B4-BE49-F238E27FC236}">
                <a16:creationId xmlns:a16="http://schemas.microsoft.com/office/drawing/2014/main" id="{0EE61592-4244-76FD-07DE-280BB7998EBD}"/>
              </a:ext>
            </a:extLst>
          </p:cNvPr>
          <p:cNvSpPr txBox="1">
            <a:spLocks/>
          </p:cNvSpPr>
          <p:nvPr/>
        </p:nvSpPr>
        <p:spPr>
          <a:xfrm>
            <a:off x="4680969" y="1544708"/>
            <a:ext cx="4541025" cy="6764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lata"/>
              <a:buNone/>
              <a:defRPr sz="2800" b="0" i="0" u="none" strike="noStrike" cap="none">
                <a:solidFill>
                  <a:schemeClr val="dk1"/>
                </a:solidFill>
                <a:latin typeface="Alata"/>
                <a:ea typeface="Alata"/>
                <a:cs typeface="Alata"/>
                <a:sym typeface="Alata"/>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t>Non-Functional Requirement</a:t>
            </a:r>
          </a:p>
        </p:txBody>
      </p:sp>
      <p:pic>
        <p:nvPicPr>
          <p:cNvPr id="3" name="Picture 2">
            <a:extLst>
              <a:ext uri="{FF2B5EF4-FFF2-40B4-BE49-F238E27FC236}">
                <a16:creationId xmlns:a16="http://schemas.microsoft.com/office/drawing/2014/main" id="{9372B943-D551-2EDE-4F4C-7DDD328CE2F8}"/>
              </a:ext>
            </a:extLst>
          </p:cNvPr>
          <p:cNvPicPr>
            <a:picLocks noChangeAspect="1"/>
          </p:cNvPicPr>
          <p:nvPr/>
        </p:nvPicPr>
        <p:blipFill>
          <a:blip r:embed="rId3"/>
          <a:stretch>
            <a:fillRect/>
          </a:stretch>
        </p:blipFill>
        <p:spPr>
          <a:xfrm>
            <a:off x="165608" y="1176064"/>
            <a:ext cx="5162550" cy="123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57"/>
                                        </p:tgtEl>
                                        <p:attrNameLst>
                                          <p:attrName>style.visibility</p:attrName>
                                        </p:attrNameLst>
                                      </p:cBhvr>
                                      <p:to>
                                        <p:strVal val="visible"/>
                                      </p:to>
                                    </p:set>
                                    <p:anim calcmode="lin" valueType="num">
                                      <p:cBhvr additive="base">
                                        <p:cTn id="7" dur="500" fill="hold"/>
                                        <p:tgtEl>
                                          <p:spTgt spid="1757"/>
                                        </p:tgtEl>
                                        <p:attrNameLst>
                                          <p:attrName>ppt_x</p:attrName>
                                        </p:attrNameLst>
                                      </p:cBhvr>
                                      <p:tavLst>
                                        <p:tav tm="0">
                                          <p:val>
                                            <p:strVal val="#ppt_x"/>
                                          </p:val>
                                        </p:tav>
                                        <p:tav tm="100000">
                                          <p:val>
                                            <p:strVal val="#ppt_x"/>
                                          </p:val>
                                        </p:tav>
                                      </p:tavLst>
                                    </p:anim>
                                    <p:anim calcmode="lin" valueType="num">
                                      <p:cBhvr additive="base">
                                        <p:cTn id="8" dur="500" fill="hold"/>
                                        <p:tgtEl>
                                          <p:spTgt spid="1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ppt_x"/>
                                          </p:val>
                                        </p:tav>
                                        <p:tav tm="100000">
                                          <p:val>
                                            <p:strVal val="#ppt_x"/>
                                          </p:val>
                                        </p:tav>
                                      </p:tavLst>
                                    </p:anim>
                                    <p:anim calcmode="lin" valueType="num">
                                      <p:cBhvr additive="base">
                                        <p:cTn id="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53"/>
                                        </p:tgtEl>
                                        <p:attrNameLst>
                                          <p:attrName>style.visibility</p:attrName>
                                        </p:attrNameLst>
                                      </p:cBhvr>
                                      <p:to>
                                        <p:strVal val="visible"/>
                                      </p:to>
                                    </p:set>
                                    <p:anim calcmode="lin" valueType="num">
                                      <p:cBhvr additive="base">
                                        <p:cTn id="19" dur="500" fill="hold"/>
                                        <p:tgtEl>
                                          <p:spTgt spid="1753"/>
                                        </p:tgtEl>
                                        <p:attrNameLst>
                                          <p:attrName>ppt_x</p:attrName>
                                        </p:attrNameLst>
                                      </p:cBhvr>
                                      <p:tavLst>
                                        <p:tav tm="0">
                                          <p:val>
                                            <p:strVal val="#ppt_x"/>
                                          </p:val>
                                        </p:tav>
                                        <p:tav tm="100000">
                                          <p:val>
                                            <p:strVal val="#ppt_x"/>
                                          </p:val>
                                        </p:tav>
                                      </p:tavLst>
                                    </p:anim>
                                    <p:anim calcmode="lin" valueType="num">
                                      <p:cBhvr additive="base">
                                        <p:cTn id="20" dur="500" fill="hold"/>
                                        <p:tgtEl>
                                          <p:spTgt spid="175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59">
                                            <p:txEl>
                                              <p:pRg st="0" end="0"/>
                                            </p:txEl>
                                          </p:spTgt>
                                        </p:tgtEl>
                                        <p:attrNameLst>
                                          <p:attrName>style.visibility</p:attrName>
                                        </p:attrNameLst>
                                      </p:cBhvr>
                                      <p:to>
                                        <p:strVal val="visible"/>
                                      </p:to>
                                    </p:set>
                                    <p:anim calcmode="lin" valueType="num">
                                      <p:cBhvr additive="base">
                                        <p:cTn id="23" dur="500" fill="hold"/>
                                        <p:tgtEl>
                                          <p:spTgt spid="175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9">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66"/>
                                        </p:tgtEl>
                                        <p:attrNameLst>
                                          <p:attrName>style.visibility</p:attrName>
                                        </p:attrNameLst>
                                      </p:cBhvr>
                                      <p:to>
                                        <p:strVal val="visible"/>
                                      </p:to>
                                    </p:set>
                                    <p:anim calcmode="lin" valueType="num">
                                      <p:cBhvr additive="base">
                                        <p:cTn id="27" dur="500" fill="hold"/>
                                        <p:tgtEl>
                                          <p:spTgt spid="1766"/>
                                        </p:tgtEl>
                                        <p:attrNameLst>
                                          <p:attrName>ppt_x</p:attrName>
                                        </p:attrNameLst>
                                      </p:cBhvr>
                                      <p:tavLst>
                                        <p:tav tm="0">
                                          <p:val>
                                            <p:strVal val="#ppt_x"/>
                                          </p:val>
                                        </p:tav>
                                        <p:tav tm="100000">
                                          <p:val>
                                            <p:strVal val="#ppt_x"/>
                                          </p:val>
                                        </p:tav>
                                      </p:tavLst>
                                    </p:anim>
                                    <p:anim calcmode="lin" valueType="num">
                                      <p:cBhvr additive="base">
                                        <p:cTn id="28" dur="500" fill="hold"/>
                                        <p:tgtEl>
                                          <p:spTgt spid="176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55"/>
                                        </p:tgtEl>
                                        <p:attrNameLst>
                                          <p:attrName>style.visibility</p:attrName>
                                        </p:attrNameLst>
                                      </p:cBhvr>
                                      <p:to>
                                        <p:strVal val="visible"/>
                                      </p:to>
                                    </p:set>
                                    <p:anim calcmode="lin" valueType="num">
                                      <p:cBhvr additive="base">
                                        <p:cTn id="33" dur="500" fill="hold"/>
                                        <p:tgtEl>
                                          <p:spTgt spid="1755"/>
                                        </p:tgtEl>
                                        <p:attrNameLst>
                                          <p:attrName>ppt_x</p:attrName>
                                        </p:attrNameLst>
                                      </p:cBhvr>
                                      <p:tavLst>
                                        <p:tav tm="0">
                                          <p:val>
                                            <p:strVal val="#ppt_x"/>
                                          </p:val>
                                        </p:tav>
                                        <p:tav tm="100000">
                                          <p:val>
                                            <p:strVal val="#ppt_x"/>
                                          </p:val>
                                        </p:tav>
                                      </p:tavLst>
                                    </p:anim>
                                    <p:anim calcmode="lin" valueType="num">
                                      <p:cBhvr additive="base">
                                        <p:cTn id="34" dur="500" fill="hold"/>
                                        <p:tgtEl>
                                          <p:spTgt spid="175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61">
                                            <p:txEl>
                                              <p:pRg st="0" end="0"/>
                                            </p:txEl>
                                          </p:spTgt>
                                        </p:tgtEl>
                                        <p:attrNameLst>
                                          <p:attrName>style.visibility</p:attrName>
                                        </p:attrNameLst>
                                      </p:cBhvr>
                                      <p:to>
                                        <p:strVal val="visible"/>
                                      </p:to>
                                    </p:set>
                                    <p:anim calcmode="lin" valueType="num">
                                      <p:cBhvr additive="base">
                                        <p:cTn id="37" dur="500" fill="hold"/>
                                        <p:tgtEl>
                                          <p:spTgt spid="176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61">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86"/>
                                        </p:tgtEl>
                                        <p:attrNameLst>
                                          <p:attrName>style.visibility</p:attrName>
                                        </p:attrNameLst>
                                      </p:cBhvr>
                                      <p:to>
                                        <p:strVal val="visible"/>
                                      </p:to>
                                    </p:set>
                                    <p:anim calcmode="lin" valueType="num">
                                      <p:cBhvr additive="base">
                                        <p:cTn id="41" dur="500" fill="hold"/>
                                        <p:tgtEl>
                                          <p:spTgt spid="1786"/>
                                        </p:tgtEl>
                                        <p:attrNameLst>
                                          <p:attrName>ppt_x</p:attrName>
                                        </p:attrNameLst>
                                      </p:cBhvr>
                                      <p:tavLst>
                                        <p:tav tm="0">
                                          <p:val>
                                            <p:strVal val="#ppt_x"/>
                                          </p:val>
                                        </p:tav>
                                        <p:tav tm="100000">
                                          <p:val>
                                            <p:strVal val="#ppt_x"/>
                                          </p:val>
                                        </p:tav>
                                      </p:tavLst>
                                    </p:anim>
                                    <p:anim calcmode="lin" valueType="num">
                                      <p:cBhvr additive="base">
                                        <p:cTn id="42" dur="500" fill="hold"/>
                                        <p:tgtEl>
                                          <p:spTgt spid="178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fill="hold"/>
                                        <p:tgtEl>
                                          <p:spTgt spid="40"/>
                                        </p:tgtEl>
                                        <p:attrNameLst>
                                          <p:attrName>ppt_x</p:attrName>
                                        </p:attrNameLst>
                                      </p:cBhvr>
                                      <p:tavLst>
                                        <p:tav tm="0">
                                          <p:val>
                                            <p:strVal val="#ppt_x"/>
                                          </p:val>
                                        </p:tav>
                                        <p:tav tm="100000">
                                          <p:val>
                                            <p:strVal val="#ppt_x"/>
                                          </p:val>
                                        </p:tav>
                                      </p:tavLst>
                                    </p:anim>
                                    <p:anim calcmode="lin" valueType="num">
                                      <p:cBhvr additive="base">
                                        <p:cTn id="4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754"/>
                                        </p:tgtEl>
                                        <p:attrNameLst>
                                          <p:attrName>style.visibility</p:attrName>
                                        </p:attrNameLst>
                                      </p:cBhvr>
                                      <p:to>
                                        <p:strVal val="visible"/>
                                      </p:to>
                                    </p:set>
                                    <p:anim calcmode="lin" valueType="num">
                                      <p:cBhvr additive="base">
                                        <p:cTn id="53" dur="500" fill="hold"/>
                                        <p:tgtEl>
                                          <p:spTgt spid="1754"/>
                                        </p:tgtEl>
                                        <p:attrNameLst>
                                          <p:attrName>ppt_x</p:attrName>
                                        </p:attrNameLst>
                                      </p:cBhvr>
                                      <p:tavLst>
                                        <p:tav tm="0">
                                          <p:val>
                                            <p:strVal val="#ppt_x"/>
                                          </p:val>
                                        </p:tav>
                                        <p:tav tm="100000">
                                          <p:val>
                                            <p:strVal val="#ppt_x"/>
                                          </p:val>
                                        </p:tav>
                                      </p:tavLst>
                                    </p:anim>
                                    <p:anim calcmode="lin" valueType="num">
                                      <p:cBhvr additive="base">
                                        <p:cTn id="54" dur="500" fill="hold"/>
                                        <p:tgtEl>
                                          <p:spTgt spid="175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763">
                                            <p:txEl>
                                              <p:pRg st="0" end="0"/>
                                            </p:txEl>
                                          </p:spTgt>
                                        </p:tgtEl>
                                        <p:attrNameLst>
                                          <p:attrName>style.visibility</p:attrName>
                                        </p:attrNameLst>
                                      </p:cBhvr>
                                      <p:to>
                                        <p:strVal val="visible"/>
                                      </p:to>
                                    </p:set>
                                    <p:anim calcmode="lin" valueType="num">
                                      <p:cBhvr additive="base">
                                        <p:cTn id="57" dur="500" fill="hold"/>
                                        <p:tgtEl>
                                          <p:spTgt spid="1763">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763">
                                            <p:txEl>
                                              <p:pRg st="0" end="0"/>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781"/>
                                        </p:tgtEl>
                                        <p:attrNameLst>
                                          <p:attrName>style.visibility</p:attrName>
                                        </p:attrNameLst>
                                      </p:cBhvr>
                                      <p:to>
                                        <p:strVal val="visible"/>
                                      </p:to>
                                    </p:set>
                                    <p:anim calcmode="lin" valueType="num">
                                      <p:cBhvr additive="base">
                                        <p:cTn id="61" dur="500" fill="hold"/>
                                        <p:tgtEl>
                                          <p:spTgt spid="1781"/>
                                        </p:tgtEl>
                                        <p:attrNameLst>
                                          <p:attrName>ppt_x</p:attrName>
                                        </p:attrNameLst>
                                      </p:cBhvr>
                                      <p:tavLst>
                                        <p:tav tm="0">
                                          <p:val>
                                            <p:strVal val="#ppt_x"/>
                                          </p:val>
                                        </p:tav>
                                        <p:tav tm="100000">
                                          <p:val>
                                            <p:strVal val="#ppt_x"/>
                                          </p:val>
                                        </p:tav>
                                      </p:tavLst>
                                    </p:anim>
                                    <p:anim calcmode="lin" valueType="num">
                                      <p:cBhvr additive="base">
                                        <p:cTn id="62" dur="500" fill="hold"/>
                                        <p:tgtEl>
                                          <p:spTgt spid="178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756"/>
                                        </p:tgtEl>
                                        <p:attrNameLst>
                                          <p:attrName>style.visibility</p:attrName>
                                        </p:attrNameLst>
                                      </p:cBhvr>
                                      <p:to>
                                        <p:strVal val="visible"/>
                                      </p:to>
                                    </p:set>
                                    <p:anim calcmode="lin" valueType="num">
                                      <p:cBhvr additive="base">
                                        <p:cTn id="67" dur="500" fill="hold"/>
                                        <p:tgtEl>
                                          <p:spTgt spid="1756"/>
                                        </p:tgtEl>
                                        <p:attrNameLst>
                                          <p:attrName>ppt_x</p:attrName>
                                        </p:attrNameLst>
                                      </p:cBhvr>
                                      <p:tavLst>
                                        <p:tav tm="0">
                                          <p:val>
                                            <p:strVal val="#ppt_x"/>
                                          </p:val>
                                        </p:tav>
                                        <p:tav tm="100000">
                                          <p:val>
                                            <p:strVal val="#ppt_x"/>
                                          </p:val>
                                        </p:tav>
                                      </p:tavLst>
                                    </p:anim>
                                    <p:anim calcmode="lin" valueType="num">
                                      <p:cBhvr additive="base">
                                        <p:cTn id="68" dur="500" fill="hold"/>
                                        <p:tgtEl>
                                          <p:spTgt spid="175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765">
                                            <p:txEl>
                                              <p:pRg st="0" end="0"/>
                                            </p:txEl>
                                          </p:spTgt>
                                        </p:tgtEl>
                                        <p:attrNameLst>
                                          <p:attrName>style.visibility</p:attrName>
                                        </p:attrNameLst>
                                      </p:cBhvr>
                                      <p:to>
                                        <p:strVal val="visible"/>
                                      </p:to>
                                    </p:set>
                                    <p:anim calcmode="lin" valueType="num">
                                      <p:cBhvr additive="base">
                                        <p:cTn id="71" dur="500" fill="hold"/>
                                        <p:tgtEl>
                                          <p:spTgt spid="1765">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765">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776"/>
                                        </p:tgtEl>
                                        <p:attrNameLst>
                                          <p:attrName>style.visibility</p:attrName>
                                        </p:attrNameLst>
                                      </p:cBhvr>
                                      <p:to>
                                        <p:strVal val="visible"/>
                                      </p:to>
                                    </p:set>
                                    <p:anim calcmode="lin" valueType="num">
                                      <p:cBhvr additive="base">
                                        <p:cTn id="75" dur="500" fill="hold"/>
                                        <p:tgtEl>
                                          <p:spTgt spid="1776"/>
                                        </p:tgtEl>
                                        <p:attrNameLst>
                                          <p:attrName>ppt_x</p:attrName>
                                        </p:attrNameLst>
                                      </p:cBhvr>
                                      <p:tavLst>
                                        <p:tav tm="0">
                                          <p:val>
                                            <p:strVal val="#ppt_x"/>
                                          </p:val>
                                        </p:tav>
                                        <p:tav tm="100000">
                                          <p:val>
                                            <p:strVal val="#ppt_x"/>
                                          </p:val>
                                        </p:tav>
                                      </p:tavLst>
                                    </p:anim>
                                    <p:anim calcmode="lin" valueType="num">
                                      <p:cBhvr additive="base">
                                        <p:cTn id="76" dur="500" fill="hold"/>
                                        <p:tgtEl>
                                          <p:spTgt spid="1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3" grpId="0" animBg="1"/>
      <p:bldP spid="1754" grpId="0" animBg="1"/>
      <p:bldP spid="1755" grpId="0" animBg="1"/>
      <p:bldP spid="1756" grpId="0" animBg="1"/>
      <p:bldP spid="1757" grpId="0"/>
      <p:bldP spid="1759" grpId="0" build="p"/>
      <p:bldP spid="1761" grpId="0" build="p"/>
      <p:bldP spid="1763" grpId="0" build="p"/>
      <p:bldP spid="1765" grpId="0" build="p"/>
      <p:bldP spid="39"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234094-8380-C769-900F-152AC7B544D0}"/>
              </a:ext>
            </a:extLst>
          </p:cNvPr>
          <p:cNvPicPr>
            <a:picLocks noChangeAspect="1"/>
          </p:cNvPicPr>
          <p:nvPr/>
        </p:nvPicPr>
        <p:blipFill>
          <a:blip r:embed="rId2"/>
          <a:stretch>
            <a:fillRect/>
          </a:stretch>
        </p:blipFill>
        <p:spPr>
          <a:xfrm flipV="1">
            <a:off x="388620" y="1080661"/>
            <a:ext cx="8176260" cy="196109"/>
          </a:xfrm>
          <a:prstGeom prst="rect">
            <a:avLst/>
          </a:prstGeom>
        </p:spPr>
      </p:pic>
      <p:sp>
        <p:nvSpPr>
          <p:cNvPr id="10" name="Google Shape;1757;p63">
            <a:extLst>
              <a:ext uri="{FF2B5EF4-FFF2-40B4-BE49-F238E27FC236}">
                <a16:creationId xmlns:a16="http://schemas.microsoft.com/office/drawing/2014/main" id="{ABBB3CDF-7F3C-289B-3281-6E046DBBBF6F}"/>
              </a:ext>
            </a:extLst>
          </p:cNvPr>
          <p:cNvSpPr txBox="1">
            <a:spLocks/>
          </p:cNvSpPr>
          <p:nvPr/>
        </p:nvSpPr>
        <p:spPr>
          <a:xfrm>
            <a:off x="388620" y="707330"/>
            <a:ext cx="9921241"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Alata"/>
              </a:rPr>
              <a:t>Disease Prediction Based on Symptoms Using Machine Learning</a:t>
            </a:r>
          </a:p>
        </p:txBody>
      </p:sp>
      <p:pic>
        <p:nvPicPr>
          <p:cNvPr id="13" name="Picture 12">
            <a:extLst>
              <a:ext uri="{FF2B5EF4-FFF2-40B4-BE49-F238E27FC236}">
                <a16:creationId xmlns:a16="http://schemas.microsoft.com/office/drawing/2014/main" id="{09FCC51F-B2D2-AB35-0C85-A9EAED694788}"/>
              </a:ext>
            </a:extLst>
          </p:cNvPr>
          <p:cNvPicPr>
            <a:picLocks noChangeAspect="1"/>
          </p:cNvPicPr>
          <p:nvPr/>
        </p:nvPicPr>
        <p:blipFill>
          <a:blip r:embed="rId3"/>
          <a:stretch>
            <a:fillRect/>
          </a:stretch>
        </p:blipFill>
        <p:spPr>
          <a:xfrm>
            <a:off x="1066800" y="1356360"/>
            <a:ext cx="7178040" cy="3589020"/>
          </a:xfrm>
          <a:prstGeom prst="rect">
            <a:avLst/>
          </a:prstGeom>
        </p:spPr>
      </p:pic>
    </p:spTree>
    <p:extLst>
      <p:ext uri="{BB962C8B-B14F-4D97-AF65-F5344CB8AC3E}">
        <p14:creationId xmlns:p14="http://schemas.microsoft.com/office/powerpoint/2010/main" val="382021235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F77593-CF13-BB72-7DC4-357347099968}"/>
              </a:ext>
            </a:extLst>
          </p:cNvPr>
          <p:cNvSpPr txBox="1">
            <a:spLocks/>
          </p:cNvSpPr>
          <p:nvPr/>
        </p:nvSpPr>
        <p:spPr>
          <a:xfrm>
            <a:off x="3287111" y="1720198"/>
            <a:ext cx="5358413" cy="297004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bg2"/>
                </a:solidFill>
                <a:latin typeface="Montserrat" panose="00000500000000000000" pitchFamily="2" charset="0"/>
              </a:rPr>
              <a:t>Heart Failure (HF) is a prevalent ailment worldwide, cardiovascular disease is still the leading cause of death. Because so many elements contribute to a patient's survival in heart failure, predicting the chances of survival without using a computational technique can be difficult for cardiac doctors, eventually preventing the patient from receiving correct care.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Fortunately, categorization and prediction models exist, which can assist cardiologists in designing proper treatment schemes using relevant medical data.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This study aims to develop prediction models for patient survival in HF conditions. </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CA0B0D01-7784-5EC4-F8F3-BC68309B9CF8}"/>
              </a:ext>
            </a:extLst>
          </p:cNvPr>
          <p:cNvPicPr>
            <a:picLocks noChangeAspect="1"/>
          </p:cNvPicPr>
          <p:nvPr/>
        </p:nvPicPr>
        <p:blipFill>
          <a:blip r:embed="rId2"/>
          <a:stretch>
            <a:fillRect/>
          </a:stretch>
        </p:blipFill>
        <p:spPr>
          <a:xfrm>
            <a:off x="3640074" y="1496938"/>
            <a:ext cx="5162550" cy="123825"/>
          </a:xfrm>
          <a:prstGeom prst="rect">
            <a:avLst/>
          </a:prstGeom>
        </p:spPr>
      </p:pic>
      <p:sp>
        <p:nvSpPr>
          <p:cNvPr id="8" name="Google Shape;1757;p63">
            <a:extLst>
              <a:ext uri="{FF2B5EF4-FFF2-40B4-BE49-F238E27FC236}">
                <a16:creationId xmlns:a16="http://schemas.microsoft.com/office/drawing/2014/main" id="{CFB71280-6F38-316A-E209-809644F29B5E}"/>
              </a:ext>
            </a:extLst>
          </p:cNvPr>
          <p:cNvSpPr txBox="1">
            <a:spLocks/>
          </p:cNvSpPr>
          <p:nvPr/>
        </p:nvSpPr>
        <p:spPr>
          <a:xfrm>
            <a:off x="3436883" y="929503"/>
            <a:ext cx="5707117"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600" dirty="0">
                <a:solidFill>
                  <a:schemeClr val="tx1"/>
                </a:solidFill>
                <a:latin typeface="Alata"/>
              </a:rPr>
              <a:t>HEART FAILURE PREDICTION </a:t>
            </a:r>
          </a:p>
        </p:txBody>
      </p:sp>
      <p:pic>
        <p:nvPicPr>
          <p:cNvPr id="10" name="Picture 9">
            <a:extLst>
              <a:ext uri="{FF2B5EF4-FFF2-40B4-BE49-F238E27FC236}">
                <a16:creationId xmlns:a16="http://schemas.microsoft.com/office/drawing/2014/main" id="{105268D3-4354-E5CD-25F0-CF4D4CB73555}"/>
              </a:ext>
            </a:extLst>
          </p:cNvPr>
          <p:cNvPicPr>
            <a:picLocks noChangeAspect="1"/>
          </p:cNvPicPr>
          <p:nvPr/>
        </p:nvPicPr>
        <p:blipFill>
          <a:blip r:embed="rId3"/>
          <a:stretch>
            <a:fillRect/>
          </a:stretch>
        </p:blipFill>
        <p:spPr>
          <a:xfrm>
            <a:off x="498476" y="1072726"/>
            <a:ext cx="2567917" cy="3414846"/>
          </a:xfrm>
          <a:prstGeom prst="rect">
            <a:avLst/>
          </a:prstGeom>
        </p:spPr>
      </p:pic>
    </p:spTree>
    <p:extLst>
      <p:ext uri="{BB962C8B-B14F-4D97-AF65-F5344CB8AC3E}">
        <p14:creationId xmlns:p14="http://schemas.microsoft.com/office/powerpoint/2010/main" val="10441491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AF8C5-9AF5-094F-F915-915836DD3AEE}"/>
              </a:ext>
            </a:extLst>
          </p:cNvPr>
          <p:cNvSpPr txBox="1">
            <a:spLocks/>
          </p:cNvSpPr>
          <p:nvPr/>
        </p:nvSpPr>
        <p:spPr>
          <a:xfrm>
            <a:off x="4106917" y="970934"/>
            <a:ext cx="4530047"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dirty="0">
                <a:solidFill>
                  <a:schemeClr val="tx1"/>
                </a:solidFill>
                <a:latin typeface="Alata"/>
              </a:rPr>
              <a:t>DIABETES PREDICTION</a:t>
            </a:r>
          </a:p>
          <a:p>
            <a:endParaRPr lang="en-IN" sz="3200" dirty="0">
              <a:solidFill>
                <a:schemeClr val="tx1"/>
              </a:solidFill>
              <a:latin typeface="Alata"/>
            </a:endParaRPr>
          </a:p>
        </p:txBody>
      </p:sp>
      <p:sp>
        <p:nvSpPr>
          <p:cNvPr id="3" name="Subtitle 2">
            <a:extLst>
              <a:ext uri="{FF2B5EF4-FFF2-40B4-BE49-F238E27FC236}">
                <a16:creationId xmlns:a16="http://schemas.microsoft.com/office/drawing/2014/main" id="{8B06B670-DE89-511A-8E91-579BA6F8CDBF}"/>
              </a:ext>
            </a:extLst>
          </p:cNvPr>
          <p:cNvSpPr txBox="1">
            <a:spLocks/>
          </p:cNvSpPr>
          <p:nvPr/>
        </p:nvSpPr>
        <p:spPr>
          <a:xfrm>
            <a:off x="3352800" y="1656867"/>
            <a:ext cx="5449824" cy="337995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bg2"/>
                </a:solidFill>
                <a:latin typeface="Montserrat" panose="00000500000000000000" pitchFamily="2" charset="0"/>
              </a:rPr>
              <a:t>Diabetes is a chronic disease with the potential to cause a worldwide health care crisis. According to International Diabetes Federation 382 million people are living with diabetes across the whole world. By 2035, this will be doubled as 592 million.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Diabetes mellitus is a disease in which blood sugars level is abnormally high due to inability of the body to produce or respond normally to insulin. It is among the critical disease and lots of people are suffering from this disease.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In this project we have proposed a diabetes prediction model using Machine Learning algorithm for better prediction. We have tried different Machine Learning algorithms to find which gives the better accuracy of classification</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99C833AA-2092-3F82-A740-618D8C46D395}"/>
              </a:ext>
            </a:extLst>
          </p:cNvPr>
          <p:cNvPicPr>
            <a:picLocks noChangeAspect="1"/>
          </p:cNvPicPr>
          <p:nvPr/>
        </p:nvPicPr>
        <p:blipFill>
          <a:blip r:embed="rId2"/>
          <a:stretch>
            <a:fillRect/>
          </a:stretch>
        </p:blipFill>
        <p:spPr>
          <a:xfrm>
            <a:off x="3640074" y="1496938"/>
            <a:ext cx="5162550" cy="123825"/>
          </a:xfrm>
          <a:prstGeom prst="rect">
            <a:avLst/>
          </a:prstGeom>
        </p:spPr>
      </p:pic>
      <p:pic>
        <p:nvPicPr>
          <p:cNvPr id="1028" name="Picture 4" descr="See the source image">
            <a:extLst>
              <a:ext uri="{FF2B5EF4-FFF2-40B4-BE49-F238E27FC236}">
                <a16:creationId xmlns:a16="http://schemas.microsoft.com/office/drawing/2014/main" id="{1A5283A4-4729-2419-049C-2C9EB29FF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76" y="1018296"/>
            <a:ext cx="2753054" cy="3590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4605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8274-CDD5-F381-762A-5C263A0431A9}"/>
              </a:ext>
            </a:extLst>
          </p:cNvPr>
          <p:cNvSpPr txBox="1">
            <a:spLocks/>
          </p:cNvSpPr>
          <p:nvPr/>
        </p:nvSpPr>
        <p:spPr>
          <a:xfrm>
            <a:off x="3640074" y="871499"/>
            <a:ext cx="6563798"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PARKINSONS DISEASE PREDICTION</a:t>
            </a:r>
          </a:p>
        </p:txBody>
      </p:sp>
      <p:sp>
        <p:nvSpPr>
          <p:cNvPr id="3" name="Subtitle 2">
            <a:extLst>
              <a:ext uri="{FF2B5EF4-FFF2-40B4-BE49-F238E27FC236}">
                <a16:creationId xmlns:a16="http://schemas.microsoft.com/office/drawing/2014/main" id="{AF02E4CA-573B-39DB-F7AF-C4746E20BDF5}"/>
              </a:ext>
            </a:extLst>
          </p:cNvPr>
          <p:cNvSpPr txBox="1">
            <a:spLocks/>
          </p:cNvSpPr>
          <p:nvPr/>
        </p:nvSpPr>
        <p:spPr>
          <a:xfrm>
            <a:off x="3131820" y="1720199"/>
            <a:ext cx="5670804" cy="231345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The Parkinson’s disease is progressive neuro degenerative disorder that affects a lot only people significantly affecting their quality of life.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It mostly affect the motor functions of human. The main motor symptoms are called "parkinsonism" or "parkinsonian syndrome".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The symptoms of Parkinson’s disease will occur slowly, the symptoms include shaking, rigidity, slowness of movement and difficulty with walking, Thinking and behavior change, Depression and anxiety are also common. Parkinson’s disease is difficult to diagnose.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In this model, the huge data is collected from previously affected person and then by using machine learning algorithm will process the user input data with previous data to check he/she affected.</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6C1A9A85-2427-B40D-7C37-5B43E6FC4A67}"/>
              </a:ext>
            </a:extLst>
          </p:cNvPr>
          <p:cNvPicPr>
            <a:picLocks noChangeAspect="1"/>
          </p:cNvPicPr>
          <p:nvPr/>
        </p:nvPicPr>
        <p:blipFill>
          <a:blip r:embed="rId2"/>
          <a:stretch>
            <a:fillRect/>
          </a:stretch>
        </p:blipFill>
        <p:spPr>
          <a:xfrm>
            <a:off x="2688021" y="1474104"/>
            <a:ext cx="6114603" cy="146660"/>
          </a:xfrm>
          <a:prstGeom prst="rect">
            <a:avLst/>
          </a:prstGeom>
        </p:spPr>
      </p:pic>
      <p:pic>
        <p:nvPicPr>
          <p:cNvPr id="7" name="Picture 6">
            <a:extLst>
              <a:ext uri="{FF2B5EF4-FFF2-40B4-BE49-F238E27FC236}">
                <a16:creationId xmlns:a16="http://schemas.microsoft.com/office/drawing/2014/main" id="{392CA74B-6555-36E8-EBA6-73574354AA70}"/>
              </a:ext>
            </a:extLst>
          </p:cNvPr>
          <p:cNvPicPr>
            <a:picLocks noChangeAspect="1"/>
          </p:cNvPicPr>
          <p:nvPr/>
        </p:nvPicPr>
        <p:blipFill>
          <a:blip r:embed="rId3"/>
          <a:stretch>
            <a:fillRect/>
          </a:stretch>
        </p:blipFill>
        <p:spPr>
          <a:xfrm>
            <a:off x="246783" y="1196413"/>
            <a:ext cx="3106017" cy="3618186"/>
          </a:xfrm>
          <a:prstGeom prst="rect">
            <a:avLst/>
          </a:prstGeom>
        </p:spPr>
      </p:pic>
    </p:spTree>
    <p:extLst>
      <p:ext uri="{BB962C8B-B14F-4D97-AF65-F5344CB8AC3E}">
        <p14:creationId xmlns:p14="http://schemas.microsoft.com/office/powerpoint/2010/main" val="34855609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3200-4503-EF47-A200-7BFAF9DA50A4}"/>
              </a:ext>
            </a:extLst>
          </p:cNvPr>
          <p:cNvSpPr txBox="1">
            <a:spLocks/>
          </p:cNvSpPr>
          <p:nvPr/>
        </p:nvSpPr>
        <p:spPr>
          <a:xfrm>
            <a:off x="4767834" y="867323"/>
            <a:ext cx="4376166"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LIVER DISEASE PREDICTION</a:t>
            </a:r>
          </a:p>
        </p:txBody>
      </p:sp>
      <p:sp>
        <p:nvSpPr>
          <p:cNvPr id="3" name="Subtitle 2">
            <a:extLst>
              <a:ext uri="{FF2B5EF4-FFF2-40B4-BE49-F238E27FC236}">
                <a16:creationId xmlns:a16="http://schemas.microsoft.com/office/drawing/2014/main" id="{998ED9BC-4E04-D3ED-2A58-C798CCCA7B0E}"/>
              </a:ext>
            </a:extLst>
          </p:cNvPr>
          <p:cNvSpPr txBox="1">
            <a:spLocks/>
          </p:cNvSpPr>
          <p:nvPr/>
        </p:nvSpPr>
        <p:spPr>
          <a:xfrm>
            <a:off x="3223260" y="1438333"/>
            <a:ext cx="5690301" cy="336988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With a growing trend of sedentary and lack of physical activities, diseases related to liver have become a common encounter nowadays.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In rural areas the intensity is still manageable, but in urban areas, and especially metropolitan areas the liver disease is a very common sighting nowadays.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Liver diseases cause millions of deaths every year. Viral hepatitis alone causes 1.34 million deaths every year.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An early diagnosis of liver problems will increase patient’s survival rate. Liver failures are at high rate of risk among Indians. </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88B619BE-B3C8-F031-2728-330B2164EA67}"/>
              </a:ext>
            </a:extLst>
          </p:cNvPr>
          <p:cNvPicPr>
            <a:picLocks noChangeAspect="1"/>
          </p:cNvPicPr>
          <p:nvPr/>
        </p:nvPicPr>
        <p:blipFill>
          <a:blip r:embed="rId2"/>
          <a:stretch>
            <a:fillRect/>
          </a:stretch>
        </p:blipFill>
        <p:spPr>
          <a:xfrm>
            <a:off x="3314700" y="1291673"/>
            <a:ext cx="5487924" cy="131629"/>
          </a:xfrm>
          <a:prstGeom prst="rect">
            <a:avLst/>
          </a:prstGeom>
        </p:spPr>
      </p:pic>
      <p:pic>
        <p:nvPicPr>
          <p:cNvPr id="7" name="Picture 6">
            <a:extLst>
              <a:ext uri="{FF2B5EF4-FFF2-40B4-BE49-F238E27FC236}">
                <a16:creationId xmlns:a16="http://schemas.microsoft.com/office/drawing/2014/main" id="{8EDAADBB-5EB0-3489-22DC-35113DB06AFE}"/>
              </a:ext>
            </a:extLst>
          </p:cNvPr>
          <p:cNvPicPr>
            <a:picLocks noChangeAspect="1"/>
          </p:cNvPicPr>
          <p:nvPr/>
        </p:nvPicPr>
        <p:blipFill>
          <a:blip r:embed="rId3"/>
          <a:stretch>
            <a:fillRect/>
          </a:stretch>
        </p:blipFill>
        <p:spPr>
          <a:xfrm>
            <a:off x="231018" y="871499"/>
            <a:ext cx="3037962" cy="4145280"/>
          </a:xfrm>
          <a:prstGeom prst="rect">
            <a:avLst/>
          </a:prstGeom>
        </p:spPr>
      </p:pic>
    </p:spTree>
    <p:extLst>
      <p:ext uri="{BB962C8B-B14F-4D97-AF65-F5344CB8AC3E}">
        <p14:creationId xmlns:p14="http://schemas.microsoft.com/office/powerpoint/2010/main" val="6699939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3E72-5394-8C2F-4D19-5963B444A1A5}"/>
              </a:ext>
            </a:extLst>
          </p:cNvPr>
          <p:cNvSpPr txBox="1">
            <a:spLocks/>
          </p:cNvSpPr>
          <p:nvPr/>
        </p:nvSpPr>
        <p:spPr>
          <a:xfrm>
            <a:off x="3640074" y="871499"/>
            <a:ext cx="6563798"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b="1" dirty="0">
                <a:solidFill>
                  <a:schemeClr val="tx1"/>
                </a:solidFill>
                <a:latin typeface="Alata"/>
              </a:rPr>
              <a:t>JAUNDICE DISEASE PREDICTION</a:t>
            </a:r>
          </a:p>
        </p:txBody>
      </p:sp>
      <p:sp>
        <p:nvSpPr>
          <p:cNvPr id="3" name="Subtitle 2">
            <a:extLst>
              <a:ext uri="{FF2B5EF4-FFF2-40B4-BE49-F238E27FC236}">
                <a16:creationId xmlns:a16="http://schemas.microsoft.com/office/drawing/2014/main" id="{1398410C-8F28-D8B9-50B5-D171DACEBDEE}"/>
              </a:ext>
            </a:extLst>
          </p:cNvPr>
          <p:cNvSpPr txBox="1">
            <a:spLocks/>
          </p:cNvSpPr>
          <p:nvPr/>
        </p:nvSpPr>
        <p:spPr>
          <a:xfrm>
            <a:off x="3169920" y="1720199"/>
            <a:ext cx="5715000" cy="292038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Jaundice occurs when rise in level of bilirubin causes the </a:t>
            </a:r>
          </a:p>
          <a:p>
            <a:pPr algn="just"/>
            <a:r>
              <a:rPr lang="en-US" dirty="0">
                <a:solidFill>
                  <a:schemeClr val="accent2">
                    <a:lumMod val="10000"/>
                  </a:schemeClr>
                </a:solidFill>
                <a:latin typeface="Montserrat" panose="00000500000000000000" pitchFamily="2" charset="0"/>
              </a:rPr>
              <a:t>skin, mucus membrane and white part of eyes to appear yellowish.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bilirubin is a reddish yellow substance produced </a:t>
            </a:r>
          </a:p>
          <a:p>
            <a:pPr algn="just"/>
            <a:r>
              <a:rPr lang="en-US" dirty="0">
                <a:solidFill>
                  <a:schemeClr val="accent2">
                    <a:lumMod val="10000"/>
                  </a:schemeClr>
                </a:solidFill>
                <a:latin typeface="Montserrat" panose="00000500000000000000" pitchFamily="2" charset="0"/>
              </a:rPr>
              <a:t>when red blood cells break down.</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it is excreted through liver. The bilirubin level will rise up when abnormally high level of red blood cells breaking down.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Any person with liver disease develops jaundice (i.e.) when liver does metabolize bilirubin the way it’s supposed to do, jaundice is developed.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Depending on the underlying cause of jaundice, treatment will be provided. </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3ECC1CBF-4979-7796-516B-0AD4A96C7416}"/>
              </a:ext>
            </a:extLst>
          </p:cNvPr>
          <p:cNvPicPr>
            <a:picLocks noChangeAspect="1"/>
          </p:cNvPicPr>
          <p:nvPr/>
        </p:nvPicPr>
        <p:blipFill>
          <a:blip r:embed="rId2"/>
          <a:stretch>
            <a:fillRect/>
          </a:stretch>
        </p:blipFill>
        <p:spPr>
          <a:xfrm>
            <a:off x="2688021" y="1474104"/>
            <a:ext cx="6114603" cy="146660"/>
          </a:xfrm>
          <a:prstGeom prst="rect">
            <a:avLst/>
          </a:prstGeom>
        </p:spPr>
      </p:pic>
      <p:pic>
        <p:nvPicPr>
          <p:cNvPr id="11" name="Picture 10">
            <a:extLst>
              <a:ext uri="{FF2B5EF4-FFF2-40B4-BE49-F238E27FC236}">
                <a16:creationId xmlns:a16="http://schemas.microsoft.com/office/drawing/2014/main" id="{550A69E9-9DA3-63F1-5CC0-EA922A5D1C80}"/>
              </a:ext>
            </a:extLst>
          </p:cNvPr>
          <p:cNvPicPr>
            <a:picLocks noChangeAspect="1"/>
          </p:cNvPicPr>
          <p:nvPr/>
        </p:nvPicPr>
        <p:blipFill>
          <a:blip r:embed="rId3"/>
          <a:stretch>
            <a:fillRect/>
          </a:stretch>
        </p:blipFill>
        <p:spPr>
          <a:xfrm>
            <a:off x="558811" y="909816"/>
            <a:ext cx="2393623" cy="4133087"/>
          </a:xfrm>
          <a:prstGeom prst="rect">
            <a:avLst/>
          </a:prstGeom>
        </p:spPr>
      </p:pic>
    </p:spTree>
    <p:extLst>
      <p:ext uri="{BB962C8B-B14F-4D97-AF65-F5344CB8AC3E}">
        <p14:creationId xmlns:p14="http://schemas.microsoft.com/office/powerpoint/2010/main" val="41976509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B5E2-EE1F-AFE5-9386-5B464251E327}"/>
              </a:ext>
            </a:extLst>
          </p:cNvPr>
          <p:cNvSpPr txBox="1">
            <a:spLocks/>
          </p:cNvSpPr>
          <p:nvPr/>
        </p:nvSpPr>
        <p:spPr>
          <a:xfrm>
            <a:off x="3876294" y="871499"/>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HEPATITIS C DISEASE PREDICTION</a:t>
            </a:r>
          </a:p>
        </p:txBody>
      </p:sp>
      <p:sp>
        <p:nvSpPr>
          <p:cNvPr id="3" name="Subtitle 2">
            <a:extLst>
              <a:ext uri="{FF2B5EF4-FFF2-40B4-BE49-F238E27FC236}">
                <a16:creationId xmlns:a16="http://schemas.microsoft.com/office/drawing/2014/main" id="{52D3A58E-6B7E-7715-1FDE-9150E6636372}"/>
              </a:ext>
            </a:extLst>
          </p:cNvPr>
          <p:cNvSpPr txBox="1">
            <a:spLocks/>
          </p:cNvSpPr>
          <p:nvPr/>
        </p:nvSpPr>
        <p:spPr>
          <a:xfrm>
            <a:off x="3505200" y="1514084"/>
            <a:ext cx="5426964" cy="33322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latin typeface="Montserrat" panose="00000500000000000000" pitchFamily="2" charset="0"/>
              </a:rPr>
              <a:t>The proper prognosis of treatment response is crucial in any medical therapy to reduce the effects of the disease and of the medication as well. </a:t>
            </a:r>
          </a:p>
          <a:p>
            <a:pPr marL="285750" indent="-285750" algn="just">
              <a:buFont typeface="Arial" panose="020B0604020202020204" pitchFamily="34" charset="0"/>
              <a:buChar char="•"/>
            </a:pPr>
            <a:r>
              <a:rPr lang="en-US" dirty="0">
                <a:latin typeface="Montserrat" panose="00000500000000000000" pitchFamily="2" charset="0"/>
              </a:rPr>
              <a:t>The mortality rate due to hepatitis c virus (HCV) is high in India as well as all over the world. The virus of this disease can spread from one infected person to another healthy human being. </a:t>
            </a:r>
          </a:p>
          <a:p>
            <a:pPr marL="285750" indent="-285750" algn="just">
              <a:buFont typeface="Arial" panose="020B0604020202020204" pitchFamily="34" charset="0"/>
              <a:buChar char="•"/>
            </a:pPr>
            <a:r>
              <a:rPr lang="en-US" dirty="0">
                <a:latin typeface="Montserrat" panose="00000500000000000000" pitchFamily="2" charset="0"/>
              </a:rPr>
              <a:t>This disease has already infected almost 17 million people in all over the world and the numbers are getting increased day by day [2-6]. </a:t>
            </a:r>
          </a:p>
          <a:p>
            <a:pPr marL="285750" indent="-285750" algn="just">
              <a:buFont typeface="Arial" panose="020B0604020202020204" pitchFamily="34" charset="0"/>
              <a:buChar char="•"/>
            </a:pPr>
            <a:r>
              <a:rPr lang="en-US" dirty="0">
                <a:latin typeface="Montserrat" panose="00000500000000000000" pitchFamily="2" charset="0"/>
              </a:rPr>
              <a:t>The virus of hepatitis c needs to be treated as early as possible to control and reduce the effects of the disease. </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D426BBF7-1A35-13BD-5DB6-44E615286828}"/>
              </a:ext>
            </a:extLst>
          </p:cNvPr>
          <p:cNvPicPr>
            <a:picLocks noChangeAspect="1"/>
          </p:cNvPicPr>
          <p:nvPr/>
        </p:nvPicPr>
        <p:blipFill>
          <a:blip r:embed="rId2"/>
          <a:stretch>
            <a:fillRect/>
          </a:stretch>
        </p:blipFill>
        <p:spPr>
          <a:xfrm>
            <a:off x="3284220" y="1375762"/>
            <a:ext cx="5766973" cy="138322"/>
          </a:xfrm>
          <a:prstGeom prst="rect">
            <a:avLst/>
          </a:prstGeom>
        </p:spPr>
      </p:pic>
      <p:pic>
        <p:nvPicPr>
          <p:cNvPr id="7" name="Picture 6">
            <a:extLst>
              <a:ext uri="{FF2B5EF4-FFF2-40B4-BE49-F238E27FC236}">
                <a16:creationId xmlns:a16="http://schemas.microsoft.com/office/drawing/2014/main" id="{FA240B01-CA96-9412-CC0F-6D8F3210DE63}"/>
              </a:ext>
            </a:extLst>
          </p:cNvPr>
          <p:cNvPicPr>
            <a:picLocks noChangeAspect="1"/>
          </p:cNvPicPr>
          <p:nvPr/>
        </p:nvPicPr>
        <p:blipFill>
          <a:blip r:embed="rId3"/>
          <a:stretch>
            <a:fillRect/>
          </a:stretch>
        </p:blipFill>
        <p:spPr>
          <a:xfrm>
            <a:off x="341376" y="1295849"/>
            <a:ext cx="2823815" cy="3615690"/>
          </a:xfrm>
          <a:prstGeom prst="rect">
            <a:avLst/>
          </a:prstGeom>
        </p:spPr>
      </p:pic>
    </p:spTree>
    <p:extLst>
      <p:ext uri="{BB962C8B-B14F-4D97-AF65-F5344CB8AC3E}">
        <p14:creationId xmlns:p14="http://schemas.microsoft.com/office/powerpoint/2010/main" val="3115645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D191-BCCB-0719-A36B-8CB4DFF9A07B}"/>
              </a:ext>
            </a:extLst>
          </p:cNvPr>
          <p:cNvSpPr>
            <a:spLocks noGrp="1"/>
          </p:cNvSpPr>
          <p:nvPr>
            <p:ph type="title"/>
          </p:nvPr>
        </p:nvSpPr>
        <p:spPr>
          <a:xfrm>
            <a:off x="370885" y="825666"/>
            <a:ext cx="3927317" cy="848700"/>
          </a:xfrm>
        </p:spPr>
        <p:txBody>
          <a:bodyPr/>
          <a:lstStyle/>
          <a:p>
            <a:r>
              <a:rPr lang="en-IN" dirty="0"/>
              <a:t>PROJECT REQUIREMENTS</a:t>
            </a:r>
          </a:p>
        </p:txBody>
      </p:sp>
      <p:sp>
        <p:nvSpPr>
          <p:cNvPr id="3" name="Subtitle 2">
            <a:extLst>
              <a:ext uri="{FF2B5EF4-FFF2-40B4-BE49-F238E27FC236}">
                <a16:creationId xmlns:a16="http://schemas.microsoft.com/office/drawing/2014/main" id="{5B855D88-3683-29B3-E3EF-F6F4ACF0FF68}"/>
              </a:ext>
            </a:extLst>
          </p:cNvPr>
          <p:cNvSpPr>
            <a:spLocks noGrp="1"/>
          </p:cNvSpPr>
          <p:nvPr>
            <p:ph type="subTitle" idx="1"/>
          </p:nvPr>
        </p:nvSpPr>
        <p:spPr>
          <a:xfrm>
            <a:off x="54669" y="1860925"/>
            <a:ext cx="5870643" cy="2903768"/>
          </a:xfrm>
        </p:spPr>
        <p:txBody>
          <a:bodyPr/>
          <a:lstStyle/>
          <a:p>
            <a:r>
              <a:rPr lang="en-IN" sz="1600" dirty="0"/>
              <a:t>Software USED :  Python interpreter , </a:t>
            </a:r>
            <a:r>
              <a:rPr lang="en-IN" sz="1600" dirty="0" err="1"/>
              <a:t>jupyter</a:t>
            </a:r>
            <a:r>
              <a:rPr lang="en-IN" sz="1600" dirty="0"/>
              <a:t> 			  notebook, Vs code , Any browser</a:t>
            </a:r>
          </a:p>
          <a:p>
            <a:endParaRPr lang="en-IN" sz="1600" dirty="0"/>
          </a:p>
          <a:p>
            <a:r>
              <a:rPr lang="en-IN" sz="1600" dirty="0"/>
              <a:t>Front-end USED : </a:t>
            </a:r>
            <a:r>
              <a:rPr lang="en-IN" sz="1600" dirty="0" err="1"/>
              <a:t>streamlit</a:t>
            </a:r>
            <a:r>
              <a:rPr lang="en-IN" sz="1600" dirty="0"/>
              <a:t> python library</a:t>
            </a:r>
          </a:p>
          <a:p>
            <a:r>
              <a:rPr lang="en-IN" sz="1600" dirty="0"/>
              <a:t>Back-end USED : Python , NumPy ,Pandas, </a:t>
            </a:r>
          </a:p>
          <a:p>
            <a:r>
              <a:rPr lang="en-IN" sz="1600" dirty="0"/>
              <a:t>			Scikit-Learn,</a:t>
            </a:r>
          </a:p>
          <a:p>
            <a:r>
              <a:rPr lang="en-IN" sz="1600" dirty="0"/>
              <a:t>Database USED :  MySQL</a:t>
            </a:r>
          </a:p>
          <a:p>
            <a:endParaRPr lang="en-IN" dirty="0"/>
          </a:p>
          <a:p>
            <a:endParaRPr lang="en-IN" dirty="0"/>
          </a:p>
        </p:txBody>
      </p:sp>
      <p:cxnSp>
        <p:nvCxnSpPr>
          <p:cNvPr id="153" name="Straight Connector 152">
            <a:extLst>
              <a:ext uri="{FF2B5EF4-FFF2-40B4-BE49-F238E27FC236}">
                <a16:creationId xmlns:a16="http://schemas.microsoft.com/office/drawing/2014/main" id="{603614D4-BA60-C1DE-019E-01BA90422FFB}"/>
              </a:ext>
            </a:extLst>
          </p:cNvPr>
          <p:cNvCxnSpPr>
            <a:cxnSpLocks/>
          </p:cNvCxnSpPr>
          <p:nvPr/>
        </p:nvCxnSpPr>
        <p:spPr>
          <a:xfrm>
            <a:off x="370885" y="1674366"/>
            <a:ext cx="4859483" cy="0"/>
          </a:xfrm>
          <a:prstGeom prst="line">
            <a:avLst/>
          </a:prstGeom>
        </p:spPr>
        <p:style>
          <a:lnRef idx="2">
            <a:schemeClr val="dk1"/>
          </a:lnRef>
          <a:fillRef idx="0">
            <a:schemeClr val="dk1"/>
          </a:fillRef>
          <a:effectRef idx="1">
            <a:schemeClr val="dk1"/>
          </a:effectRef>
          <a:fontRef idx="minor">
            <a:schemeClr val="tx1"/>
          </a:fontRef>
        </p:style>
      </p:cxnSp>
      <p:pic>
        <p:nvPicPr>
          <p:cNvPr id="102" name="Picture 101">
            <a:extLst>
              <a:ext uri="{FF2B5EF4-FFF2-40B4-BE49-F238E27FC236}">
                <a16:creationId xmlns:a16="http://schemas.microsoft.com/office/drawing/2014/main" id="{6E2BD4CE-A58E-2580-7768-7EB7720B0A35}"/>
              </a:ext>
            </a:extLst>
          </p:cNvPr>
          <p:cNvPicPr>
            <a:picLocks noChangeAspect="1"/>
          </p:cNvPicPr>
          <p:nvPr/>
        </p:nvPicPr>
        <p:blipFill>
          <a:blip r:embed="rId2"/>
          <a:stretch>
            <a:fillRect/>
          </a:stretch>
        </p:blipFill>
        <p:spPr>
          <a:xfrm>
            <a:off x="5436066" y="1250016"/>
            <a:ext cx="3541970" cy="3392221"/>
          </a:xfrm>
          <a:prstGeom prst="rect">
            <a:avLst/>
          </a:prstGeom>
        </p:spPr>
      </p:pic>
    </p:spTree>
    <p:extLst>
      <p:ext uri="{BB962C8B-B14F-4D97-AF65-F5344CB8AC3E}">
        <p14:creationId xmlns:p14="http://schemas.microsoft.com/office/powerpoint/2010/main" val="1352646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06A47DE-AFD7-4DD4-0FE1-D3B6C3578838}"/>
              </a:ext>
            </a:extLst>
          </p:cNvPr>
          <p:cNvSpPr txBox="1">
            <a:spLocks/>
          </p:cNvSpPr>
          <p:nvPr/>
        </p:nvSpPr>
        <p:spPr>
          <a:xfrm>
            <a:off x="3876294" y="871499"/>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FUTURE SCOPE</a:t>
            </a:r>
          </a:p>
        </p:txBody>
      </p:sp>
      <p:pic>
        <p:nvPicPr>
          <p:cNvPr id="10" name="Picture 9">
            <a:extLst>
              <a:ext uri="{FF2B5EF4-FFF2-40B4-BE49-F238E27FC236}">
                <a16:creationId xmlns:a16="http://schemas.microsoft.com/office/drawing/2014/main" id="{96E6BECB-B538-2AB1-F645-74DC7CE0AF62}"/>
              </a:ext>
            </a:extLst>
          </p:cNvPr>
          <p:cNvPicPr>
            <a:picLocks noChangeAspect="1"/>
          </p:cNvPicPr>
          <p:nvPr/>
        </p:nvPicPr>
        <p:blipFill>
          <a:blip r:embed="rId2"/>
          <a:stretch>
            <a:fillRect/>
          </a:stretch>
        </p:blipFill>
        <p:spPr>
          <a:xfrm>
            <a:off x="3284220" y="1375762"/>
            <a:ext cx="5766973" cy="138322"/>
          </a:xfrm>
          <a:prstGeom prst="rect">
            <a:avLst/>
          </a:prstGeom>
        </p:spPr>
      </p:pic>
      <p:sp>
        <p:nvSpPr>
          <p:cNvPr id="12" name="Title 1">
            <a:extLst>
              <a:ext uri="{FF2B5EF4-FFF2-40B4-BE49-F238E27FC236}">
                <a16:creationId xmlns:a16="http://schemas.microsoft.com/office/drawing/2014/main" id="{26F0AB8D-1B0C-3B8D-4855-DEC3F8F65C57}"/>
              </a:ext>
            </a:extLst>
          </p:cNvPr>
          <p:cNvSpPr txBox="1">
            <a:spLocks/>
          </p:cNvSpPr>
          <p:nvPr/>
        </p:nvSpPr>
        <p:spPr>
          <a:xfrm>
            <a:off x="1437894" y="3152541"/>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sz="2800" dirty="0">
              <a:solidFill>
                <a:schemeClr val="tx1"/>
              </a:solidFill>
              <a:latin typeface="Alata"/>
            </a:endParaRPr>
          </a:p>
        </p:txBody>
      </p:sp>
      <p:sp>
        <p:nvSpPr>
          <p:cNvPr id="13" name="Subtitle 2">
            <a:extLst>
              <a:ext uri="{FF2B5EF4-FFF2-40B4-BE49-F238E27FC236}">
                <a16:creationId xmlns:a16="http://schemas.microsoft.com/office/drawing/2014/main" id="{AF3C2758-6B55-E7DA-3AD9-04A95A08D362}"/>
              </a:ext>
            </a:extLst>
          </p:cNvPr>
          <p:cNvSpPr txBox="1">
            <a:spLocks/>
          </p:cNvSpPr>
          <p:nvPr/>
        </p:nvSpPr>
        <p:spPr>
          <a:xfrm>
            <a:off x="3505200" y="1514084"/>
            <a:ext cx="5426964" cy="33322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lnSpc>
                <a:spcPct val="150000"/>
              </a:lnSpc>
              <a:buFont typeface="Arial" panose="020B0604020202020204" pitchFamily="34" charset="0"/>
              <a:buChar char="•"/>
            </a:pPr>
            <a:r>
              <a:rPr lang="en-US" dirty="0">
                <a:latin typeface="Montserrat" panose="00000500000000000000" pitchFamily="2" charset="0"/>
              </a:rPr>
              <a:t> In the future we can add more diseases in the existing API. </a:t>
            </a:r>
          </a:p>
          <a:p>
            <a:pPr marL="285750" indent="-285750" algn="just">
              <a:lnSpc>
                <a:spcPct val="150000"/>
              </a:lnSpc>
              <a:buFont typeface="Arial" panose="020B0604020202020204" pitchFamily="34" charset="0"/>
              <a:buChar char="•"/>
            </a:pPr>
            <a:r>
              <a:rPr lang="en-US" dirty="0">
                <a:latin typeface="Montserrat" panose="00000500000000000000" pitchFamily="2" charset="0"/>
              </a:rPr>
              <a:t>We can try to improve the accuracy of prediction in order to decrease the mortality rate</a:t>
            </a:r>
          </a:p>
          <a:p>
            <a:pPr marL="285750" indent="-285750" algn="just">
              <a:lnSpc>
                <a:spcPct val="150000"/>
              </a:lnSpc>
              <a:buFont typeface="Arial" panose="020B0604020202020204" pitchFamily="34" charset="0"/>
              <a:buChar char="•"/>
            </a:pPr>
            <a:r>
              <a:rPr lang="en-US" dirty="0">
                <a:latin typeface="Montserrat" panose="00000500000000000000" pitchFamily="2" charset="0"/>
              </a:rPr>
              <a:t>Try to make the system user-friendly and provide a chatbot for normal queries</a:t>
            </a:r>
          </a:p>
        </p:txBody>
      </p:sp>
      <p:pic>
        <p:nvPicPr>
          <p:cNvPr id="14" name="Picture 13">
            <a:extLst>
              <a:ext uri="{FF2B5EF4-FFF2-40B4-BE49-F238E27FC236}">
                <a16:creationId xmlns:a16="http://schemas.microsoft.com/office/drawing/2014/main" id="{4F0A45D3-55CE-18B2-1050-70BE90EE7CE1}"/>
              </a:ext>
            </a:extLst>
          </p:cNvPr>
          <p:cNvPicPr>
            <a:picLocks noChangeAspect="1"/>
          </p:cNvPicPr>
          <p:nvPr/>
        </p:nvPicPr>
        <p:blipFill>
          <a:blip r:embed="rId2"/>
          <a:stretch>
            <a:fillRect/>
          </a:stretch>
        </p:blipFill>
        <p:spPr>
          <a:xfrm>
            <a:off x="3284220" y="1375762"/>
            <a:ext cx="5766973" cy="138322"/>
          </a:xfrm>
          <a:prstGeom prst="rect">
            <a:avLst/>
          </a:prstGeom>
        </p:spPr>
      </p:pic>
      <p:pic>
        <p:nvPicPr>
          <p:cNvPr id="15" name="Picture 14">
            <a:extLst>
              <a:ext uri="{FF2B5EF4-FFF2-40B4-BE49-F238E27FC236}">
                <a16:creationId xmlns:a16="http://schemas.microsoft.com/office/drawing/2014/main" id="{395C729E-4132-5B96-02AD-DA6905134F47}"/>
              </a:ext>
            </a:extLst>
          </p:cNvPr>
          <p:cNvPicPr>
            <a:picLocks noChangeAspect="1"/>
          </p:cNvPicPr>
          <p:nvPr/>
        </p:nvPicPr>
        <p:blipFill>
          <a:blip r:embed="rId3"/>
          <a:stretch>
            <a:fillRect/>
          </a:stretch>
        </p:blipFill>
        <p:spPr>
          <a:xfrm>
            <a:off x="341376" y="1295849"/>
            <a:ext cx="2823815" cy="3615690"/>
          </a:xfrm>
          <a:prstGeom prst="rect">
            <a:avLst/>
          </a:prstGeom>
        </p:spPr>
      </p:pic>
    </p:spTree>
    <p:extLst>
      <p:ext uri="{BB962C8B-B14F-4D97-AF65-F5344CB8AC3E}">
        <p14:creationId xmlns:p14="http://schemas.microsoft.com/office/powerpoint/2010/main" val="31666662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6" name="Google Shape;2346;p89"/>
          <p:cNvSpPr txBox="1">
            <a:spLocks noGrp="1"/>
          </p:cNvSpPr>
          <p:nvPr>
            <p:ph type="title" idx="4"/>
          </p:nvPr>
        </p:nvSpPr>
        <p:spPr>
          <a:xfrm>
            <a:off x="714300" y="566166"/>
            <a:ext cx="77154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OUR TEAM</a:t>
            </a:r>
            <a:endParaRPr sz="3600" dirty="0"/>
          </a:p>
        </p:txBody>
      </p:sp>
      <p:grpSp>
        <p:nvGrpSpPr>
          <p:cNvPr id="29" name="Google Shape;2371;p91">
            <a:extLst>
              <a:ext uri="{FF2B5EF4-FFF2-40B4-BE49-F238E27FC236}">
                <a16:creationId xmlns:a16="http://schemas.microsoft.com/office/drawing/2014/main" id="{CCF16E3D-A856-13F2-8883-955F78C531A8}"/>
              </a:ext>
            </a:extLst>
          </p:cNvPr>
          <p:cNvGrpSpPr/>
          <p:nvPr/>
        </p:nvGrpSpPr>
        <p:grpSpPr>
          <a:xfrm>
            <a:off x="2963768" y="3306170"/>
            <a:ext cx="2605216" cy="1198381"/>
            <a:chOff x="-4588775" y="152400"/>
            <a:chExt cx="3095787" cy="1384446"/>
          </a:xfrm>
        </p:grpSpPr>
        <p:sp>
          <p:nvSpPr>
            <p:cNvPr id="30" name="Google Shape;2372;p91">
              <a:extLst>
                <a:ext uri="{FF2B5EF4-FFF2-40B4-BE49-F238E27FC236}">
                  <a16:creationId xmlns:a16="http://schemas.microsoft.com/office/drawing/2014/main" id="{D4B7525E-CE6B-67F9-5EDC-05106B9D7D1A}"/>
                </a:ext>
              </a:extLst>
            </p:cNvPr>
            <p:cNvSpPr/>
            <p:nvPr/>
          </p:nvSpPr>
          <p:spPr>
            <a:xfrm>
              <a:off x="-4588775" y="152400"/>
              <a:ext cx="3095787" cy="1384446"/>
            </a:xfrm>
            <a:custGeom>
              <a:avLst/>
              <a:gdLst/>
              <a:ahLst/>
              <a:cxnLst/>
              <a:rect l="l" t="t" r="r" b="b"/>
              <a:pathLst>
                <a:path w="13729" h="8699" extrusionOk="0">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73;p91">
              <a:extLst>
                <a:ext uri="{FF2B5EF4-FFF2-40B4-BE49-F238E27FC236}">
                  <a16:creationId xmlns:a16="http://schemas.microsoft.com/office/drawing/2014/main" id="{483AD447-497E-165D-37EA-C509A9E12DCC}"/>
                </a:ext>
              </a:extLst>
            </p:cNvPr>
            <p:cNvSpPr/>
            <p:nvPr/>
          </p:nvSpPr>
          <p:spPr>
            <a:xfrm>
              <a:off x="-4546157" y="336867"/>
              <a:ext cx="3010550" cy="1167243"/>
            </a:xfrm>
            <a:custGeom>
              <a:avLst/>
              <a:gdLst/>
              <a:ahLst/>
              <a:cxnLst/>
              <a:rect l="l" t="t" r="r" b="b"/>
              <a:pathLst>
                <a:path w="13351" h="7771" extrusionOk="0">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74;p91">
              <a:extLst>
                <a:ext uri="{FF2B5EF4-FFF2-40B4-BE49-F238E27FC236}">
                  <a16:creationId xmlns:a16="http://schemas.microsoft.com/office/drawing/2014/main" id="{300D8630-D09A-ED6C-82EB-21BAD92A938B}"/>
                </a:ext>
              </a:extLst>
            </p:cNvPr>
            <p:cNvSpPr/>
            <p:nvPr/>
          </p:nvSpPr>
          <p:spPr>
            <a:xfrm>
              <a:off x="-1637096" y="21498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75;p91">
              <a:extLst>
                <a:ext uri="{FF2B5EF4-FFF2-40B4-BE49-F238E27FC236}">
                  <a16:creationId xmlns:a16="http://schemas.microsoft.com/office/drawing/2014/main" id="{C19FEFAC-9735-E63B-DA71-8E5357E1D63D}"/>
                </a:ext>
              </a:extLst>
            </p:cNvPr>
            <p:cNvSpPr/>
            <p:nvPr/>
          </p:nvSpPr>
          <p:spPr>
            <a:xfrm>
              <a:off x="-1764499" y="21498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76;p91">
              <a:extLst>
                <a:ext uri="{FF2B5EF4-FFF2-40B4-BE49-F238E27FC236}">
                  <a16:creationId xmlns:a16="http://schemas.microsoft.com/office/drawing/2014/main" id="{7805FF89-9158-E41A-28E9-266B8940D930}"/>
                </a:ext>
              </a:extLst>
            </p:cNvPr>
            <p:cNvSpPr/>
            <p:nvPr/>
          </p:nvSpPr>
          <p:spPr>
            <a:xfrm>
              <a:off x="-1911745" y="21386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2377;p91">
            <a:extLst>
              <a:ext uri="{FF2B5EF4-FFF2-40B4-BE49-F238E27FC236}">
                <a16:creationId xmlns:a16="http://schemas.microsoft.com/office/drawing/2014/main" id="{C0BBA1B0-E699-1465-894F-4B8C863681C8}"/>
              </a:ext>
            </a:extLst>
          </p:cNvPr>
          <p:cNvGrpSpPr/>
          <p:nvPr/>
        </p:nvGrpSpPr>
        <p:grpSpPr>
          <a:xfrm>
            <a:off x="459487" y="1596478"/>
            <a:ext cx="2605216" cy="1198381"/>
            <a:chOff x="-4588775" y="152400"/>
            <a:chExt cx="3095787" cy="1384446"/>
          </a:xfrm>
        </p:grpSpPr>
        <p:sp>
          <p:nvSpPr>
            <p:cNvPr id="36" name="Google Shape;2378;p91">
              <a:extLst>
                <a:ext uri="{FF2B5EF4-FFF2-40B4-BE49-F238E27FC236}">
                  <a16:creationId xmlns:a16="http://schemas.microsoft.com/office/drawing/2014/main" id="{0F5482E4-3337-12C1-DEE7-BABD65FE8E0A}"/>
                </a:ext>
              </a:extLst>
            </p:cNvPr>
            <p:cNvSpPr/>
            <p:nvPr/>
          </p:nvSpPr>
          <p:spPr>
            <a:xfrm>
              <a:off x="-4588775" y="152400"/>
              <a:ext cx="3095787" cy="1384446"/>
            </a:xfrm>
            <a:custGeom>
              <a:avLst/>
              <a:gdLst/>
              <a:ahLst/>
              <a:cxnLst/>
              <a:rect l="l" t="t" r="r" b="b"/>
              <a:pathLst>
                <a:path w="13729" h="8699" extrusionOk="0">
                  <a:moveTo>
                    <a:pt x="407" y="1"/>
                  </a:moveTo>
                  <a:cubicBezTo>
                    <a:pt x="175" y="1"/>
                    <a:pt x="1" y="175"/>
                    <a:pt x="1" y="392"/>
                  </a:cubicBezTo>
                  <a:lnTo>
                    <a:pt x="1" y="8292"/>
                  </a:lnTo>
                  <a:cubicBezTo>
                    <a:pt x="1" y="8524"/>
                    <a:pt x="175" y="8698"/>
                    <a:pt x="407" y="8698"/>
                  </a:cubicBezTo>
                  <a:lnTo>
                    <a:pt x="13322" y="8698"/>
                  </a:lnTo>
                  <a:cubicBezTo>
                    <a:pt x="13540" y="8698"/>
                    <a:pt x="13728" y="8524"/>
                    <a:pt x="13728" y="8292"/>
                  </a:cubicBezTo>
                  <a:lnTo>
                    <a:pt x="13728" y="392"/>
                  </a:lnTo>
                  <a:cubicBezTo>
                    <a:pt x="13728" y="175"/>
                    <a:pt x="13540" y="1"/>
                    <a:pt x="133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79;p91">
              <a:extLst>
                <a:ext uri="{FF2B5EF4-FFF2-40B4-BE49-F238E27FC236}">
                  <a16:creationId xmlns:a16="http://schemas.microsoft.com/office/drawing/2014/main" id="{E269D877-97BE-50C4-EB56-C41D85BF30D0}"/>
                </a:ext>
              </a:extLst>
            </p:cNvPr>
            <p:cNvSpPr/>
            <p:nvPr/>
          </p:nvSpPr>
          <p:spPr>
            <a:xfrm>
              <a:off x="-4546157" y="336867"/>
              <a:ext cx="3010550" cy="1167243"/>
            </a:xfrm>
            <a:custGeom>
              <a:avLst/>
              <a:gdLst/>
              <a:ahLst/>
              <a:cxnLst/>
              <a:rect l="l" t="t" r="r" b="b"/>
              <a:pathLst>
                <a:path w="13351" h="7771" extrusionOk="0">
                  <a:moveTo>
                    <a:pt x="319" y="1"/>
                  </a:moveTo>
                  <a:cubicBezTo>
                    <a:pt x="145" y="1"/>
                    <a:pt x="0" y="131"/>
                    <a:pt x="0" y="305"/>
                  </a:cubicBezTo>
                  <a:lnTo>
                    <a:pt x="0" y="7452"/>
                  </a:lnTo>
                  <a:cubicBezTo>
                    <a:pt x="0" y="7626"/>
                    <a:pt x="145" y="7771"/>
                    <a:pt x="319" y="7771"/>
                  </a:cubicBezTo>
                  <a:lnTo>
                    <a:pt x="13032" y="7771"/>
                  </a:lnTo>
                  <a:cubicBezTo>
                    <a:pt x="13206" y="7771"/>
                    <a:pt x="13351" y="7626"/>
                    <a:pt x="13351" y="7452"/>
                  </a:cubicBezTo>
                  <a:lnTo>
                    <a:pt x="13351" y="305"/>
                  </a:lnTo>
                  <a:cubicBezTo>
                    <a:pt x="13351" y="131"/>
                    <a:pt x="13206" y="1"/>
                    <a:pt x="130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80;p91">
              <a:extLst>
                <a:ext uri="{FF2B5EF4-FFF2-40B4-BE49-F238E27FC236}">
                  <a16:creationId xmlns:a16="http://schemas.microsoft.com/office/drawing/2014/main" id="{1F3C6713-3DEE-4FC5-A2D4-C090D78F6DCB}"/>
                </a:ext>
              </a:extLst>
            </p:cNvPr>
            <p:cNvSpPr/>
            <p:nvPr/>
          </p:nvSpPr>
          <p:spPr>
            <a:xfrm>
              <a:off x="-1637096" y="21498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81;p91">
              <a:extLst>
                <a:ext uri="{FF2B5EF4-FFF2-40B4-BE49-F238E27FC236}">
                  <a16:creationId xmlns:a16="http://schemas.microsoft.com/office/drawing/2014/main" id="{C6326D3D-988F-8D97-7F35-896E96DBE9ED}"/>
                </a:ext>
              </a:extLst>
            </p:cNvPr>
            <p:cNvSpPr/>
            <p:nvPr/>
          </p:nvSpPr>
          <p:spPr>
            <a:xfrm>
              <a:off x="-1764499" y="21498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82;p91">
              <a:extLst>
                <a:ext uri="{FF2B5EF4-FFF2-40B4-BE49-F238E27FC236}">
                  <a16:creationId xmlns:a16="http://schemas.microsoft.com/office/drawing/2014/main" id="{0A28A6E6-D406-9480-E04D-2098D5EB5B10}"/>
                </a:ext>
              </a:extLst>
            </p:cNvPr>
            <p:cNvSpPr/>
            <p:nvPr/>
          </p:nvSpPr>
          <p:spPr>
            <a:xfrm>
              <a:off x="-1911745" y="21386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2385;p91">
            <a:extLst>
              <a:ext uri="{FF2B5EF4-FFF2-40B4-BE49-F238E27FC236}">
                <a16:creationId xmlns:a16="http://schemas.microsoft.com/office/drawing/2014/main" id="{AFF101AA-E632-B1E0-BEE6-7233829FA2B8}"/>
              </a:ext>
            </a:extLst>
          </p:cNvPr>
          <p:cNvSpPr txBox="1">
            <a:spLocks noGrp="1"/>
          </p:cNvSpPr>
          <p:nvPr>
            <p:ph type="subTitle" idx="1"/>
          </p:nvPr>
        </p:nvSpPr>
        <p:spPr>
          <a:xfrm>
            <a:off x="652110" y="1818407"/>
            <a:ext cx="2003043" cy="86864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US" dirty="0">
                <a:solidFill>
                  <a:schemeClr val="tx1"/>
                </a:solidFill>
              </a:rPr>
              <a:t>Falsi Jasani</a:t>
            </a:r>
          </a:p>
          <a:p>
            <a:pPr marL="0" lvl="0" indent="0" algn="ctr" rtl="0">
              <a:spcBef>
                <a:spcPts val="0"/>
              </a:spcBef>
              <a:spcAft>
                <a:spcPts val="1200"/>
              </a:spcAft>
              <a:buNone/>
            </a:pPr>
            <a:r>
              <a:rPr lang="en-US" dirty="0">
                <a:solidFill>
                  <a:schemeClr val="tx1"/>
                </a:solidFill>
              </a:rPr>
              <a:t>2101201050</a:t>
            </a:r>
            <a:endParaRPr dirty="0">
              <a:solidFill>
                <a:schemeClr val="tx1"/>
              </a:solidFill>
            </a:endParaRPr>
          </a:p>
        </p:txBody>
      </p:sp>
      <p:sp>
        <p:nvSpPr>
          <p:cNvPr id="47" name="Google Shape;2389;p91">
            <a:extLst>
              <a:ext uri="{FF2B5EF4-FFF2-40B4-BE49-F238E27FC236}">
                <a16:creationId xmlns:a16="http://schemas.microsoft.com/office/drawing/2014/main" id="{56B9980F-126F-3165-7A91-FB6AB8E8C33A}"/>
              </a:ext>
            </a:extLst>
          </p:cNvPr>
          <p:cNvSpPr txBox="1">
            <a:spLocks/>
          </p:cNvSpPr>
          <p:nvPr/>
        </p:nvSpPr>
        <p:spPr>
          <a:xfrm>
            <a:off x="3800602" y="1744004"/>
            <a:ext cx="1915925" cy="65959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endParaRPr lang="en-US" dirty="0">
              <a:solidFill>
                <a:schemeClr val="tx1"/>
              </a:solidFill>
            </a:endParaRPr>
          </a:p>
        </p:txBody>
      </p:sp>
      <p:sp>
        <p:nvSpPr>
          <p:cNvPr id="49" name="Google Shape;2391;p91">
            <a:extLst>
              <a:ext uri="{FF2B5EF4-FFF2-40B4-BE49-F238E27FC236}">
                <a16:creationId xmlns:a16="http://schemas.microsoft.com/office/drawing/2014/main" id="{954D721A-5FF1-6718-C783-42EC903F074E}"/>
              </a:ext>
            </a:extLst>
          </p:cNvPr>
          <p:cNvSpPr txBox="1">
            <a:spLocks/>
          </p:cNvSpPr>
          <p:nvPr/>
        </p:nvSpPr>
        <p:spPr>
          <a:xfrm>
            <a:off x="3800602" y="3516187"/>
            <a:ext cx="1915925" cy="60168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endParaRPr lang="en-US" dirty="0">
              <a:solidFill>
                <a:schemeClr val="tx1"/>
              </a:solidFill>
            </a:endParaRPr>
          </a:p>
        </p:txBody>
      </p:sp>
      <p:sp>
        <p:nvSpPr>
          <p:cNvPr id="50" name="Google Shape;2385;p91">
            <a:extLst>
              <a:ext uri="{FF2B5EF4-FFF2-40B4-BE49-F238E27FC236}">
                <a16:creationId xmlns:a16="http://schemas.microsoft.com/office/drawing/2014/main" id="{E7561A0C-E2A5-7042-933E-BDF0D62F8DA5}"/>
              </a:ext>
            </a:extLst>
          </p:cNvPr>
          <p:cNvSpPr txBox="1">
            <a:spLocks/>
          </p:cNvSpPr>
          <p:nvPr/>
        </p:nvSpPr>
        <p:spPr>
          <a:xfrm>
            <a:off x="3122633" y="3546781"/>
            <a:ext cx="2133991" cy="9006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2pPr>
            <a:lvl3pPr marL="1371600" marR="0" lvl="2"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3pPr>
            <a:lvl4pPr marL="1828800" marR="0" lvl="3"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4pPr>
            <a:lvl5pPr marL="2286000" marR="0" lvl="4"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5pPr>
            <a:lvl6pPr marL="2743200" marR="0" lvl="5"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6pPr>
            <a:lvl7pPr marL="3200400" marR="0" lvl="6"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7pPr>
            <a:lvl8pPr marL="3657600" marR="0" lvl="7"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8pPr>
            <a:lvl9pPr marL="4114800" marR="0" lvl="8" indent="-311150" algn="l" rtl="0">
              <a:lnSpc>
                <a:spcPct val="100000"/>
              </a:lnSpc>
              <a:spcBef>
                <a:spcPts val="0"/>
              </a:spcBef>
              <a:spcAft>
                <a:spcPts val="0"/>
              </a:spcAft>
              <a:buClr>
                <a:schemeClr val="dk2"/>
              </a:buClr>
              <a:buSzPts val="1300"/>
              <a:buFont typeface="Montserrat"/>
              <a:buNone/>
              <a:defRPr sz="1300" b="0" i="0" u="none" strike="noStrike" cap="none">
                <a:solidFill>
                  <a:schemeClr val="dk2"/>
                </a:solidFill>
                <a:latin typeface="Montserrat"/>
                <a:ea typeface="Montserrat"/>
                <a:cs typeface="Montserrat"/>
                <a:sym typeface="Montserrat"/>
              </a:defRPr>
            </a:lvl9pPr>
          </a:lstStyle>
          <a:p>
            <a:pPr marL="0" indent="0">
              <a:spcAft>
                <a:spcPts val="1200"/>
              </a:spcAft>
            </a:pPr>
            <a:r>
              <a:rPr lang="en-US" dirty="0">
                <a:solidFill>
                  <a:schemeClr val="tx1"/>
                </a:solidFill>
              </a:rPr>
              <a:t>Jeni Lad</a:t>
            </a:r>
          </a:p>
          <a:p>
            <a:pPr marL="0" indent="0">
              <a:spcAft>
                <a:spcPts val="1200"/>
              </a:spcAft>
            </a:pPr>
            <a:r>
              <a:rPr lang="en-US" dirty="0">
                <a:solidFill>
                  <a:schemeClr val="tx1"/>
                </a:solidFill>
              </a:rPr>
              <a:t>2101201082</a:t>
            </a:r>
            <a:endParaRPr lang="en-IN" dirty="0">
              <a:solidFill>
                <a:schemeClr val="tx1"/>
              </a:solidFill>
            </a:endParaRPr>
          </a:p>
        </p:txBody>
      </p:sp>
      <p:cxnSp>
        <p:nvCxnSpPr>
          <p:cNvPr id="54" name="Straight Connector 53">
            <a:extLst>
              <a:ext uri="{FF2B5EF4-FFF2-40B4-BE49-F238E27FC236}">
                <a16:creationId xmlns:a16="http://schemas.microsoft.com/office/drawing/2014/main" id="{CED8DA5E-C6DA-3F42-5F2F-2E31A04F8DC4}"/>
              </a:ext>
            </a:extLst>
          </p:cNvPr>
          <p:cNvCxnSpPr>
            <a:cxnSpLocks/>
          </p:cNvCxnSpPr>
          <p:nvPr/>
        </p:nvCxnSpPr>
        <p:spPr>
          <a:xfrm>
            <a:off x="714300" y="1238139"/>
            <a:ext cx="5065181" cy="0"/>
          </a:xfrm>
          <a:prstGeom prst="line">
            <a:avLst/>
          </a:prstGeom>
        </p:spPr>
        <p:style>
          <a:lnRef idx="2">
            <a:schemeClr val="dk1"/>
          </a:lnRef>
          <a:fillRef idx="0">
            <a:schemeClr val="dk1"/>
          </a:fillRef>
          <a:effectRef idx="1">
            <a:schemeClr val="dk1"/>
          </a:effectRef>
          <a:fontRef idx="minor">
            <a:schemeClr val="tx1"/>
          </a:fontRef>
        </p:style>
      </p:cxnSp>
      <p:pic>
        <p:nvPicPr>
          <p:cNvPr id="41" name="Picture 40">
            <a:extLst>
              <a:ext uri="{FF2B5EF4-FFF2-40B4-BE49-F238E27FC236}">
                <a16:creationId xmlns:a16="http://schemas.microsoft.com/office/drawing/2014/main" id="{D9EE214F-8B3D-3A9F-9A43-4FF22474E3F3}"/>
              </a:ext>
            </a:extLst>
          </p:cNvPr>
          <p:cNvPicPr>
            <a:picLocks noChangeAspect="1"/>
          </p:cNvPicPr>
          <p:nvPr/>
        </p:nvPicPr>
        <p:blipFill>
          <a:blip r:embed="rId3"/>
          <a:stretch>
            <a:fillRect/>
          </a:stretch>
        </p:blipFill>
        <p:spPr>
          <a:xfrm>
            <a:off x="6169899" y="1251382"/>
            <a:ext cx="2915378" cy="33259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46"/>
                                        </p:tgtEl>
                                        <p:attrNameLst>
                                          <p:attrName>style.visibility</p:attrName>
                                        </p:attrNameLst>
                                      </p:cBhvr>
                                      <p:to>
                                        <p:strVal val="visible"/>
                                      </p:to>
                                    </p:set>
                                    <p:anim calcmode="lin" valueType="num">
                                      <p:cBhvr additive="base">
                                        <p:cTn id="7" dur="500" fill="hold"/>
                                        <p:tgtEl>
                                          <p:spTgt spid="2346"/>
                                        </p:tgtEl>
                                        <p:attrNameLst>
                                          <p:attrName>ppt_x</p:attrName>
                                        </p:attrNameLst>
                                      </p:cBhvr>
                                      <p:tavLst>
                                        <p:tav tm="0">
                                          <p:val>
                                            <p:strVal val="#ppt_x"/>
                                          </p:val>
                                        </p:tav>
                                        <p:tav tm="100000">
                                          <p:val>
                                            <p:strVal val="#ppt_x"/>
                                          </p:val>
                                        </p:tav>
                                      </p:tavLst>
                                    </p:anim>
                                    <p:anim calcmode="lin" valueType="num">
                                      <p:cBhvr additive="base">
                                        <p:cTn id="8" dur="500" fill="hold"/>
                                        <p:tgtEl>
                                          <p:spTgt spid="23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
                                        </p:tgtEl>
                                        <p:attrNameLst>
                                          <p:attrName>style.visibility</p:attrName>
                                        </p:attrNameLst>
                                      </p:cBhvr>
                                      <p:to>
                                        <p:strVal val="visible"/>
                                      </p:to>
                                    </p:set>
                                    <p:anim calcmode="lin" valueType="num">
                                      <p:cBhvr additive="base">
                                        <p:cTn id="13" dur="500" fill="hold"/>
                                        <p:tgtEl>
                                          <p:spTgt spid="54"/>
                                        </p:tgtEl>
                                        <p:attrNameLst>
                                          <p:attrName>ppt_x</p:attrName>
                                        </p:attrNameLst>
                                      </p:cBhvr>
                                      <p:tavLst>
                                        <p:tav tm="0">
                                          <p:val>
                                            <p:strVal val="#ppt_x"/>
                                          </p:val>
                                        </p:tav>
                                        <p:tav tm="100000">
                                          <p:val>
                                            <p:strVal val="#ppt_x"/>
                                          </p:val>
                                        </p:tav>
                                      </p:tavLst>
                                    </p:anim>
                                    <p:anim calcmode="lin" valueType="num">
                                      <p:cBhvr additive="base">
                                        <p:cTn id="1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anim calcmode="lin" valueType="num">
                                      <p:cBhvr additive="base">
                                        <p:cTn id="23"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3">
                                            <p:txEl>
                                              <p:pRg st="1" end="1"/>
                                            </p:txEl>
                                          </p:spTgt>
                                        </p:tgtEl>
                                        <p:attrNameLst>
                                          <p:attrName>style.visibility</p:attrName>
                                        </p:attrNameLst>
                                      </p:cBhvr>
                                      <p:to>
                                        <p:strVal val="visible"/>
                                      </p:to>
                                    </p:set>
                                    <p:anim calcmode="lin" valueType="num">
                                      <p:cBhvr additive="base">
                                        <p:cTn id="27" dur="500" fill="hold"/>
                                        <p:tgtEl>
                                          <p:spTgt spid="43">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
                                            <p:txEl>
                                              <p:pRg st="1" end="1"/>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nodePh="1">
                                  <p:stCondLst>
                                    <p:cond delay="0"/>
                                  </p:stCondLst>
                                  <p:endCondLst>
                                    <p:cond evt="begin" delay="0">
                                      <p:tn val="29"/>
                                    </p:cond>
                                  </p:end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 calcmode="lin" valueType="num">
                                      <p:cBhvr additive="base">
                                        <p:cTn id="41" dur="500" fill="hold"/>
                                        <p:tgtEl>
                                          <p:spTgt spid="50"/>
                                        </p:tgtEl>
                                        <p:attrNameLst>
                                          <p:attrName>ppt_x</p:attrName>
                                        </p:attrNameLst>
                                      </p:cBhvr>
                                      <p:tavLst>
                                        <p:tav tm="0">
                                          <p:val>
                                            <p:strVal val="#ppt_x"/>
                                          </p:val>
                                        </p:tav>
                                        <p:tav tm="100000">
                                          <p:val>
                                            <p:strVal val="#ppt_x"/>
                                          </p:val>
                                        </p:tav>
                                      </p:tavLst>
                                    </p:anim>
                                    <p:anim calcmode="lin" valueType="num">
                                      <p:cBhvr additive="base">
                                        <p:cTn id="42" dur="500" fill="hold"/>
                                        <p:tgtEl>
                                          <p:spTgt spid="5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nodePh="1">
                                  <p:stCondLst>
                                    <p:cond delay="0"/>
                                  </p:stCondLst>
                                  <p:endCondLst>
                                    <p:cond evt="begin" delay="0">
                                      <p:tn val="43"/>
                                    </p:cond>
                                  </p:end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6" grpId="0"/>
      <p:bldP spid="43" grpId="0" build="p"/>
      <p:bldP spid="47" grpId="0"/>
      <p:bldP spid="49" grpId="0"/>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825866-2D5D-1A34-9DE9-69E12807FAAB}"/>
              </a:ext>
            </a:extLst>
          </p:cNvPr>
          <p:cNvSpPr txBox="1"/>
          <p:nvPr/>
        </p:nvSpPr>
        <p:spPr>
          <a:xfrm>
            <a:off x="2728330" y="2269179"/>
            <a:ext cx="4096215" cy="769441"/>
          </a:xfrm>
          <a:prstGeom prst="rect">
            <a:avLst/>
          </a:prstGeom>
          <a:noFill/>
        </p:spPr>
        <p:txBody>
          <a:bodyPr wrap="square" rtlCol="0">
            <a:spAutoFit/>
          </a:bodyPr>
          <a:lstStyle/>
          <a:p>
            <a:r>
              <a:rPr lang="en-US" sz="4400" i="1" dirty="0">
                <a:solidFill>
                  <a:schemeClr val="tx1">
                    <a:lumMod val="60000"/>
                    <a:lumOff val="40000"/>
                  </a:schemeClr>
                </a:solidFill>
              </a:rPr>
              <a:t>THANK YOU !!</a:t>
            </a:r>
            <a:endParaRPr lang="en-IN" sz="4400" i="1" dirty="0">
              <a:solidFill>
                <a:schemeClr val="tx1">
                  <a:lumMod val="60000"/>
                  <a:lumOff val="40000"/>
                </a:schemeClr>
              </a:solidFill>
            </a:endParaRPr>
          </a:p>
        </p:txBody>
      </p:sp>
    </p:spTree>
    <p:extLst>
      <p:ext uri="{BB962C8B-B14F-4D97-AF65-F5344CB8AC3E}">
        <p14:creationId xmlns:p14="http://schemas.microsoft.com/office/powerpoint/2010/main" val="9446671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Healthcare Center Website by Slidesgo">
  <a:themeElements>
    <a:clrScheme name="Simple Light">
      <a:dk1>
        <a:srgbClr val="2F4A8A"/>
      </a:dk1>
      <a:lt1>
        <a:srgbClr val="FFFFFF"/>
      </a:lt1>
      <a:dk2>
        <a:srgbClr val="666666"/>
      </a:dk2>
      <a:lt2>
        <a:srgbClr val="4869B1"/>
      </a:lt2>
      <a:accent1>
        <a:srgbClr val="7EACEC"/>
      </a:accent1>
      <a:accent2>
        <a:srgbClr val="C3D9FB"/>
      </a:accent2>
      <a:accent3>
        <a:srgbClr val="90D1CB"/>
      </a:accent3>
      <a:accent4>
        <a:srgbClr val="AFDCDD"/>
      </a:accent4>
      <a:accent5>
        <a:srgbClr val="F8DBC4"/>
      </a:accent5>
      <a:accent6>
        <a:srgbClr val="FFB172"/>
      </a:accent6>
      <a:hlink>
        <a:srgbClr val="2F4A8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739</TotalTime>
  <Words>1258</Words>
  <Application>Microsoft Office PowerPoint</Application>
  <PresentationFormat>On-screen Show (16:9)</PresentationFormat>
  <Paragraphs>79</Paragraphs>
  <Slides>19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Alata</vt:lpstr>
      <vt:lpstr>Arial</vt:lpstr>
      <vt:lpstr>Montserrat</vt:lpstr>
      <vt:lpstr>Healthcare Center Website by Slidesgo</vt:lpstr>
      <vt:lpstr>MULTIPLE DISEASE PREDICTION WEBSITE</vt:lpstr>
      <vt:lpstr>ABSTRACT</vt:lpstr>
      <vt:lpstr>VISION</vt:lpstr>
      <vt:lpstr>INTRODUCTION</vt:lpstr>
      <vt:lpstr>Any disease that we can take precaution is preventable.</vt:lpstr>
      <vt:lpstr>PROBLEM SYSTEM</vt:lpstr>
      <vt:lpstr>PROPOSED SYSTEM</vt:lpstr>
      <vt:lpstr>SYSTEM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REQUIREMENTS</vt:lpstr>
      <vt:lpstr>PowerPoint Presentation</vt:lpstr>
      <vt:lpstr>OUR TEAM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DISEASE PREDICTION WEBSITE</dc:title>
  <dc:creator>soham manjrekar</dc:creator>
  <cp:lastModifiedBy>Falsi Jasani</cp:lastModifiedBy>
  <cp:revision>21</cp:revision>
  <dcterms:modified xsi:type="dcterms:W3CDTF">2024-12-28T14:32:55Z</dcterms:modified>
</cp:coreProperties>
</file>